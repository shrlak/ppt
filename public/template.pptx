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65" r:id="rId2"/>
    <p:sldId id="266" r:id="rId3"/>
    <p:sldId id="267" r:id="rId4"/>
    <p:sldId id="268" r:id="rId5"/>
    <p:sldId id="269" r:id="rId6"/>
    <p:sldId id="270" r:id="rId7"/>
  </p:sldIdLst>
  <p:sldSz cx="9144000" cy="6858000" type="screen4x3"/>
  <p:notesSz cx="6858000" cy="9144000"/>
  <p:embeddedFontLst>
    <p:embeddedFont>
      <p:font typeface="Malgun Gothic" panose="020B0503020000020004" pitchFamily="34" charset="-127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57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3" roundtripDataSignature="AMtx7mjjEAVRQFU0cx4D3opuWQfmapmz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3"/>
  </p:normalViewPr>
  <p:slideViewPr>
    <p:cSldViewPr snapToGrid="0">
      <p:cViewPr varScale="1">
        <p:scale>
          <a:sx n="146" d="100"/>
          <a:sy n="146" d="100"/>
        </p:scale>
        <p:origin x="2464" y="176"/>
      </p:cViewPr>
      <p:guideLst>
        <p:guide pos="2857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63" Type="http://customschemas.google.com/relationships/presentationmetadata" Target="metadata"/><Relationship Id="rId7" Type="http://schemas.openxmlformats.org/officeDocument/2006/relationships/slide" Target="slides/slide6.xml"/><Relationship Id="rId6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6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V</a:t>
            </a:r>
            <a:endParaRPr/>
          </a:p>
        </p:txBody>
      </p:sp>
      <p:sp>
        <p:nvSpPr>
          <p:cNvPr id="142" name="Google Shape;1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I - V1 - C - 간주 - V2 - C - C - B - C - C</a:t>
            </a:r>
            <a:endParaRPr/>
          </a:p>
        </p:txBody>
      </p:sp>
      <p:sp>
        <p:nvSpPr>
          <p:cNvPr id="149" name="Google Shape;149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V1</a:t>
            </a:r>
            <a:endParaRPr/>
          </a:p>
        </p:txBody>
      </p:sp>
      <p:sp>
        <p:nvSpPr>
          <p:cNvPr id="157" name="Google Shape;15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b="1">
                <a:latin typeface="Arial"/>
                <a:ea typeface="Arial"/>
                <a:cs typeface="Arial"/>
                <a:sym typeface="Arial"/>
              </a:rPr>
              <a:t>I - C1- C1- C2- C2 -P - End</a:t>
            </a:r>
            <a:endParaRPr b="1"/>
          </a:p>
        </p:txBody>
      </p:sp>
      <p:sp>
        <p:nvSpPr>
          <p:cNvPr id="164" name="Google Shape;164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C1</a:t>
            </a:r>
            <a:endParaRPr/>
          </a:p>
        </p:txBody>
      </p:sp>
      <p:sp>
        <p:nvSpPr>
          <p:cNvPr id="172" name="Google Shape;172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10" title="logo 1.jpeg"/>
          <p:cNvPicPr preferRelativeResize="0"/>
          <p:nvPr/>
        </p:nvPicPr>
        <p:blipFill rotWithShape="1">
          <a:blip r:embed="rId2">
            <a:alphaModFix/>
          </a:blip>
          <a:srcRect t="22736" b="25367"/>
          <a:stretch/>
        </p:blipFill>
        <p:spPr>
          <a:xfrm>
            <a:off x="7016550" y="134550"/>
            <a:ext cx="2041974" cy="79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6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116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p1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7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1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1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19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1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1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" name="Google Shape;38;p121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1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2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1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3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23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123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" name="Google Shape;47;p123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4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1" name="Google Shape;51;p12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5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25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2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OBJECT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efb87a8d7_1_8"/>
          <p:cNvSpPr txBox="1">
            <a:spLocks noGrp="1"/>
          </p:cNvSpPr>
          <p:nvPr>
            <p:ph type="title"/>
          </p:nvPr>
        </p:nvSpPr>
        <p:spPr>
          <a:xfrm>
            <a:off x="457199" y="274638"/>
            <a:ext cx="822959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3eefb87a8d7_1_8"/>
          <p:cNvSpPr txBox="1">
            <a:spLocks noGrp="1"/>
          </p:cNvSpPr>
          <p:nvPr>
            <p:ph type="body" idx="1"/>
          </p:nvPr>
        </p:nvSpPr>
        <p:spPr>
          <a:xfrm>
            <a:off x="457199" y="1600200"/>
            <a:ext cx="822959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g3eefb87a8d7_1_8"/>
          <p:cNvSpPr txBox="1">
            <a:spLocks noGrp="1"/>
          </p:cNvSpPr>
          <p:nvPr>
            <p:ph type="dt" idx="10"/>
          </p:nvPr>
        </p:nvSpPr>
        <p:spPr>
          <a:xfrm>
            <a:off x="457199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g3eefb87a8d7_1_8"/>
          <p:cNvSpPr txBox="1">
            <a:spLocks noGrp="1"/>
          </p:cNvSpPr>
          <p:nvPr>
            <p:ph type="ftr" idx="11"/>
          </p:nvPr>
        </p:nvSpPr>
        <p:spPr>
          <a:xfrm>
            <a:off x="3124199" y="6356350"/>
            <a:ext cx="28955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3eefb87a8d7_1_8"/>
          <p:cNvSpPr txBox="1">
            <a:spLocks noGrp="1"/>
          </p:cNvSpPr>
          <p:nvPr>
            <p:ph type="sldNum" idx="12"/>
          </p:nvPr>
        </p:nvSpPr>
        <p:spPr>
          <a:xfrm>
            <a:off x="6553199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OBJECT_2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d9ba625fd_0_175"/>
          <p:cNvSpPr txBox="1">
            <a:spLocks noGrp="1"/>
          </p:cNvSpPr>
          <p:nvPr>
            <p:ph type="title"/>
          </p:nvPr>
        </p:nvSpPr>
        <p:spPr>
          <a:xfrm>
            <a:off x="628650" y="348192"/>
            <a:ext cx="5937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3ed9ba625fd_0_17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0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0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80750" y="685588"/>
            <a:ext cx="11432501" cy="61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0"/>
          <p:cNvSpPr/>
          <p:nvPr/>
        </p:nvSpPr>
        <p:spPr>
          <a:xfrm>
            <a:off x="6789975" y="258525"/>
            <a:ext cx="2190900" cy="114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0"/>
          <p:cNvSpPr txBox="1"/>
          <p:nvPr/>
        </p:nvSpPr>
        <p:spPr>
          <a:xfrm>
            <a:off x="749100" y="2951850"/>
            <a:ext cx="76458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5000" b="1">
                <a:solidFill>
                  <a:schemeClr val="dk2"/>
                </a:solidFill>
              </a:rPr>
              <a:t>주님의 사랑</a:t>
            </a:r>
            <a:endParaRPr sz="50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/>
        </p:nvSpPr>
        <p:spPr>
          <a:xfrm>
            <a:off x="0" y="1338900"/>
            <a:ext cx="9144000" cy="4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4100">
                <a:solidFill>
                  <a:schemeClr val="dk1"/>
                </a:solidFill>
              </a:rPr>
              <a:t>눈부신 햇살</a:t>
            </a:r>
            <a:endParaRPr sz="41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4100">
                <a:solidFill>
                  <a:schemeClr val="dk1"/>
                </a:solidFill>
              </a:rPr>
              <a:t>저 하늘 너머 내게 주어진</a:t>
            </a:r>
            <a:endParaRPr sz="41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4100">
                <a:solidFill>
                  <a:schemeClr val="dk1"/>
                </a:solidFill>
              </a:rPr>
              <a:t>주님의 사랑 깊어져 가네</a:t>
            </a:r>
            <a:endParaRPr sz="41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4100">
                <a:solidFill>
                  <a:schemeClr val="dk1"/>
                </a:solidFill>
              </a:rPr>
              <a:t>나의 마음에</a:t>
            </a:r>
            <a:endParaRPr sz="3500">
              <a:solidFill>
                <a:schemeClr val="dk1"/>
              </a:solidFill>
            </a:endParaRPr>
          </a:p>
        </p:txBody>
      </p:sp>
      <p:sp>
        <p:nvSpPr>
          <p:cNvPr id="145" name="Google Shape;145;p11"/>
          <p:cNvSpPr txBox="1"/>
          <p:nvPr/>
        </p:nvSpPr>
        <p:spPr>
          <a:xfrm>
            <a:off x="152400" y="152400"/>
            <a:ext cx="374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500">
                <a:solidFill>
                  <a:schemeClr val="dk1"/>
                </a:solidFill>
              </a:rPr>
              <a:t>주님의 사랑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80750" y="685588"/>
            <a:ext cx="11432501" cy="61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4"/>
          <p:cNvSpPr/>
          <p:nvPr/>
        </p:nvSpPr>
        <p:spPr>
          <a:xfrm>
            <a:off x="6789975" y="258525"/>
            <a:ext cx="2190900" cy="114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749100" y="2951850"/>
            <a:ext cx="76458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5000" b="1">
                <a:solidFill>
                  <a:schemeClr val="dk2"/>
                </a:solidFill>
              </a:rPr>
              <a:t>주 은혜임을</a:t>
            </a:r>
            <a:endParaRPr sz="50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 txBox="1"/>
          <p:nvPr/>
        </p:nvSpPr>
        <p:spPr>
          <a:xfrm>
            <a:off x="0" y="1338900"/>
            <a:ext cx="9144000" cy="4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3500">
                <a:solidFill>
                  <a:srgbClr val="1F1F1F"/>
                </a:solidFill>
                <a:highlight>
                  <a:schemeClr val="lt1"/>
                </a:highlight>
              </a:rPr>
              <a:t>주님 제 마음이 너무 둔해서</a:t>
            </a:r>
            <a:endParaRPr sz="3500">
              <a:solidFill>
                <a:srgbClr val="1F1F1F"/>
              </a:solidFill>
              <a:highlight>
                <a:schemeClr val="lt1"/>
              </a:highlight>
            </a:endParaRPr>
          </a:p>
          <a:p>
            <a:pPr marL="0" marR="0" lvl="0" indent="0" algn="ctr" rtl="0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3500">
                <a:solidFill>
                  <a:srgbClr val="1F1F1F"/>
                </a:solidFill>
                <a:highlight>
                  <a:schemeClr val="lt1"/>
                </a:highlight>
              </a:rPr>
              <a:t>주님을 볼 수 없습니다</a:t>
            </a:r>
            <a:endParaRPr sz="3500">
              <a:solidFill>
                <a:srgbClr val="1F1F1F"/>
              </a:solidFill>
              <a:highlight>
                <a:schemeClr val="lt1"/>
              </a:highlight>
            </a:endParaRPr>
          </a:p>
          <a:p>
            <a:pPr marL="0" marR="0" lvl="0" indent="0" algn="ctr" rtl="0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3500">
                <a:solidFill>
                  <a:srgbClr val="1F1F1F"/>
                </a:solidFill>
                <a:highlight>
                  <a:schemeClr val="lt1"/>
                </a:highlight>
              </a:rPr>
              <a:t>이 땅에 속하여 이 땅만 보다가</a:t>
            </a:r>
            <a:endParaRPr sz="3500">
              <a:solidFill>
                <a:srgbClr val="1F1F1F"/>
              </a:solidFill>
              <a:highlight>
                <a:schemeClr val="lt1"/>
              </a:highlight>
            </a:endParaRPr>
          </a:p>
          <a:p>
            <a:pPr marL="0" marR="0" lvl="0" indent="0" algn="ctr" rtl="0">
              <a:lnSpc>
                <a:spcPct val="125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3500">
                <a:solidFill>
                  <a:srgbClr val="1F1F1F"/>
                </a:solidFill>
                <a:highlight>
                  <a:schemeClr val="lt1"/>
                </a:highlight>
              </a:rPr>
              <a:t>주님 손을 놓쳤습니다</a:t>
            </a:r>
            <a:endParaRPr sz="3500">
              <a:solidFill>
                <a:srgbClr val="1F1F1F"/>
              </a:solidFill>
              <a:highlight>
                <a:schemeClr val="lt1"/>
              </a:highlight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152400" y="152400"/>
            <a:ext cx="5183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500">
                <a:solidFill>
                  <a:schemeClr val="dk1"/>
                </a:solidFill>
              </a:rPr>
              <a:t>주 은혜임을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80750" y="685588"/>
            <a:ext cx="11432501" cy="61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5"/>
          <p:cNvSpPr/>
          <p:nvPr/>
        </p:nvSpPr>
        <p:spPr>
          <a:xfrm>
            <a:off x="6789975" y="258525"/>
            <a:ext cx="2190900" cy="114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749100" y="2951850"/>
            <a:ext cx="76458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5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입례</a:t>
            </a:r>
            <a:endParaRPr sz="50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/>
        </p:nvSpPr>
        <p:spPr>
          <a:xfrm>
            <a:off x="0" y="1017000"/>
            <a:ext cx="9144000" cy="48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우리 모두 예배하는 자 되어</a:t>
            </a:r>
            <a:endParaRPr sz="3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온전히 영과 진리로 주를 예배하자</a:t>
            </a:r>
            <a:endParaRPr sz="3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주가 우리와 함께 영원히 함께 하시고</a:t>
            </a:r>
            <a:endParaRPr sz="3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5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마르지 않는 샘물로 우릴 채우시리라 </a:t>
            </a:r>
            <a:endParaRPr sz="3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152400" y="152400"/>
            <a:ext cx="374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입례</a:t>
            </a:r>
            <a:endParaRPr sz="2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Microsoft Macintosh PowerPoint</Application>
  <PresentationFormat>On-screen Show (4:3)</PresentationFormat>
  <Paragraphs>29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Malgun Gothic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Spencer Hoyun Kim</cp:lastModifiedBy>
  <cp:revision>1</cp:revision>
  <dcterms:modified xsi:type="dcterms:W3CDTF">2026-07-10T00:15:43Z</dcterms:modified>
</cp:coreProperties>
</file>