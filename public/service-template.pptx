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6858000" cx="9144000"/>
  <p:notesSz cx="6858000" cy="9144000"/>
  <p:embeddedFontLst>
    <p:embeddedFont>
      <p:font typeface="Nanum Brush Script"/>
      <p:regular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57">
          <p15:clr>
            <a:srgbClr val="A4A3A4"/>
          </p15:clr>
        </p15:guide>
        <p15:guide id="2" orient="horz" pos="2160">
          <p15:clr>
            <a:srgbClr val="A4A3A4"/>
          </p15:clr>
        </p15:guide>
      </p15:sldGuideLst>
    </p:ext>
    <p:ext uri="GoogleSlidesCustomDataVersion2">
      <go:slidesCustomData xmlns:go="http://customooxmlschemas.google.com/" r:id="rId65" roundtripDataSignature="AMtx7mhdf2rBo6uhy4MrUMqtloUY5uFv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57"/>
        <p:guide pos="21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NanumBrushScript-regular.fntdata"/><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ko-K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 name="Google Shape;75;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b="1" sz="1100">
              <a:latin typeface="Arial"/>
              <a:ea typeface="Arial"/>
              <a:cs typeface="Arial"/>
              <a:sym typeface="Arial"/>
            </a:endParaRPr>
          </a:p>
        </p:txBody>
      </p:sp>
      <p:sp>
        <p:nvSpPr>
          <p:cNvPr id="93" name="Google Shape;93;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a:t>
            </a:r>
            <a:endParaRPr/>
          </a:p>
        </p:txBody>
      </p:sp>
      <p:sp>
        <p:nvSpPr>
          <p:cNvPr id="101" name="Google Shape;101;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398a4d709_0_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f398a4d709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a:t>
            </a:r>
            <a:endParaRPr/>
          </a:p>
        </p:txBody>
      </p:sp>
      <p:sp>
        <p:nvSpPr>
          <p:cNvPr id="108" name="Google Shape;108;g3f398a4d709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398a4d709_0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f398a4d709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a:t>
            </a:r>
            <a:endParaRPr/>
          </a:p>
        </p:txBody>
      </p:sp>
      <p:sp>
        <p:nvSpPr>
          <p:cNvPr id="115" name="Google Shape;115;g3f398a4d709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398a4d709_0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f398a4d709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a:t>
            </a:r>
            <a:endParaRPr/>
          </a:p>
        </p:txBody>
      </p:sp>
      <p:sp>
        <p:nvSpPr>
          <p:cNvPr id="122" name="Google Shape;122;g3f398a4d709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398a4d709_0_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f398a4d709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a:t>
            </a:r>
            <a:endParaRPr/>
          </a:p>
        </p:txBody>
      </p:sp>
      <p:sp>
        <p:nvSpPr>
          <p:cNvPr id="129" name="Google Shape;129;g3f398a4d709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I - V1 - C - 간주 - V2 - C - C - B - C - C</a:t>
            </a:r>
            <a:endParaRPr/>
          </a:p>
        </p:txBody>
      </p:sp>
      <p:sp>
        <p:nvSpPr>
          <p:cNvPr id="136" name="Google Shape;136;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V1</a:t>
            </a:r>
            <a:endParaRPr/>
          </a:p>
        </p:txBody>
      </p:sp>
      <p:sp>
        <p:nvSpPr>
          <p:cNvPr id="144" name="Google Shape;144;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398a4d709_0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f398a4d709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V1</a:t>
            </a:r>
            <a:endParaRPr/>
          </a:p>
        </p:txBody>
      </p:sp>
      <p:sp>
        <p:nvSpPr>
          <p:cNvPr id="151" name="Google Shape;151;g3f398a4d709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398a4d709_0_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f398a4d709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ko-KR"/>
              <a:t>V1</a:t>
            </a:r>
            <a:endParaRPr/>
          </a:p>
        </p:txBody>
      </p:sp>
      <p:sp>
        <p:nvSpPr>
          <p:cNvPr id="158" name="Google Shape;158;g3f398a4d709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ko-KR">
                <a:latin typeface="Arial"/>
                <a:ea typeface="Arial"/>
                <a:cs typeface="Arial"/>
                <a:sym typeface="Arial"/>
              </a:rPr>
              <a:t>I - C1- C1- C2- C2 -P - End</a:t>
            </a:r>
            <a:endParaRPr b="1"/>
          </a:p>
        </p:txBody>
      </p:sp>
      <p:sp>
        <p:nvSpPr>
          <p:cNvPr id="165" name="Google Shape;165;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ko-KR"/>
              <a:t>C1</a:t>
            </a:r>
            <a:endParaRPr/>
          </a:p>
        </p:txBody>
      </p:sp>
      <p:sp>
        <p:nvSpPr>
          <p:cNvPr id="173" name="Google Shape;173;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ko-K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1fba104c9_5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f1fba104c9_5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1fba104c9_5_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f1fba104c9_5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1fba104c9_5_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f1fba104c9_5_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1fba104c9_5_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f1fba104c9_5_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1fba104c9_5_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3f1fba104c9_5_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1fba104c9_5_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f1fba104c9_5_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1fba104c9_5_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f1fba104c9_5_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1fba104c9_5_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f1fba104c9_5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1fba104c9_5_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f1fba104c9_5_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1fba104c9_5_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f1fba104c9_5_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1fba104c9_5_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f1fba104c9_5_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1fba104c9_5_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f1fba104c9_5_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1fba104c9_5_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f1fba104c9_5_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ko-K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398a4d709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f398a4d709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3f398a4d709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ko-K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ko-K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0caffb119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f0caffb119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f0caffb119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ko-K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efb87a8d7_0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eefb87a8d7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g3eefb87a8d7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ko-K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ko-KR"/>
              <a:t>I - V - C x 2</a:t>
            </a:r>
            <a:endParaRPr/>
          </a:p>
        </p:txBody>
      </p:sp>
      <p:sp>
        <p:nvSpPr>
          <p:cNvPr id="341" name="Google Shape;341;p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ko-KR"/>
              <a:t>V</a:t>
            </a:r>
            <a:endParaRPr/>
          </a:p>
        </p:txBody>
      </p:sp>
      <p:sp>
        <p:nvSpPr>
          <p:cNvPr id="349" name="Google Shape;349;p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ko-KR"/>
              <a:t>C</a:t>
            </a:r>
            <a:endParaRPr/>
          </a:p>
        </p:txBody>
      </p:sp>
      <p:sp>
        <p:nvSpPr>
          <p:cNvPr id="357" name="Google Shape;357;p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ko-KR"/>
              <a:t>예배후 BGM 찬양반주: “Celebrate the Light”</a:t>
            </a:r>
            <a:endParaRPr/>
          </a:p>
          <a:p>
            <a:pPr indent="0" lvl="0" marL="0" rtl="0" algn="l">
              <a:lnSpc>
                <a:spcPct val="100000"/>
              </a:lnSpc>
              <a:spcBef>
                <a:spcPts val="0"/>
              </a:spcBef>
              <a:spcAft>
                <a:spcPts val="0"/>
              </a:spcAft>
              <a:buSzPts val="1400"/>
              <a:buNone/>
            </a:pPr>
            <a:r>
              <a:t/>
            </a:r>
            <a:endParaRPr/>
          </a:p>
        </p:txBody>
      </p:sp>
      <p:sp>
        <p:nvSpPr>
          <p:cNvPr id="364" name="Google Shape;364;p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ko-KR"/>
              <a:t>V1</a:t>
            </a:r>
            <a:endParaRPr/>
          </a:p>
        </p:txBody>
      </p:sp>
      <p:sp>
        <p:nvSpPr>
          <p:cNvPr id="402" name="Google Shape;402;p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ko-KR"/>
              <a:t>V2</a:t>
            </a:r>
            <a:endParaRPr/>
          </a:p>
        </p:txBody>
      </p:sp>
      <p:sp>
        <p:nvSpPr>
          <p:cNvPr id="410" name="Google Shape;410;p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7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ko-KR"/>
              <a:t>C</a:t>
            </a:r>
            <a:endParaRPr/>
          </a:p>
        </p:txBody>
      </p:sp>
      <p:sp>
        <p:nvSpPr>
          <p:cNvPr id="418" name="Google Shape;418;p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ko-KR"/>
              <a:t>C</a:t>
            </a:r>
            <a:endParaRPr/>
          </a:p>
        </p:txBody>
      </p:sp>
      <p:sp>
        <p:nvSpPr>
          <p:cNvPr id="426" name="Google Shape;426;p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7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p8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p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pic>
        <p:nvPicPr>
          <p:cNvPr id="14" name="Google Shape;14;p110" title="logo 1.jpeg"/>
          <p:cNvPicPr preferRelativeResize="0"/>
          <p:nvPr/>
        </p:nvPicPr>
        <p:blipFill rotWithShape="1">
          <a:blip r:embed="rId2">
            <a:alphaModFix/>
          </a:blip>
          <a:srcRect b="25367" l="0" r="0" t="22736"/>
          <a:stretch/>
        </p:blipFill>
        <p:spPr>
          <a:xfrm>
            <a:off x="7016550" y="134550"/>
            <a:ext cx="2041974" cy="7947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1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16"/>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116"/>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1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17"/>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1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1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118"/>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1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1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19"/>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9"/>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2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1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121"/>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121"/>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22"/>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1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23"/>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23"/>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23"/>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23"/>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24"/>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2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25"/>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25"/>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2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OBJECT_1">
    <p:spTree>
      <p:nvGrpSpPr>
        <p:cNvPr id="57" name="Shape 57"/>
        <p:cNvGrpSpPr/>
        <p:nvPr/>
      </p:nvGrpSpPr>
      <p:grpSpPr>
        <a:xfrm>
          <a:off x="0" y="0"/>
          <a:ext cx="0" cy="0"/>
          <a:chOff x="0" y="0"/>
          <a:chExt cx="0" cy="0"/>
        </a:xfrm>
      </p:grpSpPr>
      <p:sp>
        <p:nvSpPr>
          <p:cNvPr id="58" name="Google Shape;58;g3eefb87a8d7_1_8"/>
          <p:cNvSpPr txBox="1"/>
          <p:nvPr>
            <p:ph type="title"/>
          </p:nvPr>
        </p:nvSpPr>
        <p:spPr>
          <a:xfrm>
            <a:off x="457199" y="274638"/>
            <a:ext cx="8229598"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9" name="Google Shape;59;g3eefb87a8d7_1_8"/>
          <p:cNvSpPr txBox="1"/>
          <p:nvPr>
            <p:ph idx="1" type="body"/>
          </p:nvPr>
        </p:nvSpPr>
        <p:spPr>
          <a:xfrm>
            <a:off x="457199" y="1600200"/>
            <a:ext cx="8229598"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g3eefb87a8d7_1_8"/>
          <p:cNvSpPr txBox="1"/>
          <p:nvPr>
            <p:ph idx="10" type="dt"/>
          </p:nvPr>
        </p:nvSpPr>
        <p:spPr>
          <a:xfrm>
            <a:off x="457199" y="6356350"/>
            <a:ext cx="21335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g3eefb87a8d7_1_8"/>
          <p:cNvSpPr txBox="1"/>
          <p:nvPr>
            <p:ph idx="11" type="ftr"/>
          </p:nvPr>
        </p:nvSpPr>
        <p:spPr>
          <a:xfrm>
            <a:off x="3124199" y="6356350"/>
            <a:ext cx="289559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g3eefb87a8d7_1_8"/>
          <p:cNvSpPr txBox="1"/>
          <p:nvPr>
            <p:ph idx="12" type="sldNum"/>
          </p:nvPr>
        </p:nvSpPr>
        <p:spPr>
          <a:xfrm>
            <a:off x="6553199" y="6356350"/>
            <a:ext cx="2133599"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2">
    <p:spTree>
      <p:nvGrpSpPr>
        <p:cNvPr id="63" name="Shape 63"/>
        <p:cNvGrpSpPr/>
        <p:nvPr/>
      </p:nvGrpSpPr>
      <p:grpSpPr>
        <a:xfrm>
          <a:off x="0" y="0"/>
          <a:ext cx="0" cy="0"/>
          <a:chOff x="0" y="0"/>
          <a:chExt cx="0" cy="0"/>
        </a:xfrm>
      </p:grpSpPr>
      <p:sp>
        <p:nvSpPr>
          <p:cNvPr id="64" name="Google Shape;64;g3ed9ba625fd_0_175"/>
          <p:cNvSpPr txBox="1"/>
          <p:nvPr>
            <p:ph type="title"/>
          </p:nvPr>
        </p:nvSpPr>
        <p:spPr>
          <a:xfrm>
            <a:off x="628650" y="348192"/>
            <a:ext cx="59373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g3ed9ba625fd_0_175"/>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0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109"/>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p10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6"/>
          <p:cNvPicPr preferRelativeResize="0"/>
          <p:nvPr/>
        </p:nvPicPr>
        <p:blipFill rotWithShape="1">
          <a:blip r:embed="rId3">
            <a:alphaModFix/>
          </a:blip>
          <a:srcRect b="23430" l="0" r="0" t="0"/>
          <a:stretch/>
        </p:blipFill>
        <p:spPr>
          <a:xfrm>
            <a:off x="39700" y="1658101"/>
            <a:ext cx="9144000" cy="3631426"/>
          </a:xfrm>
          <a:prstGeom prst="rect">
            <a:avLst/>
          </a:prstGeom>
          <a:noFill/>
          <a:ln>
            <a:noFill/>
          </a:ln>
        </p:spPr>
      </p:pic>
      <p:sp>
        <p:nvSpPr>
          <p:cNvPr id="72" name="Google Shape;72;p6"/>
          <p:cNvSpPr txBox="1"/>
          <p:nvPr/>
        </p:nvSpPr>
        <p:spPr>
          <a:xfrm>
            <a:off x="6956125" y="5218075"/>
            <a:ext cx="1673400" cy="1099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2100"/>
              <a:buFont typeface="Arial"/>
              <a:buNone/>
            </a:pPr>
            <a:r>
              <a:rPr b="0" i="0" lang="ko-KR" sz="2100" u="none" cap="none" strike="noStrike">
                <a:solidFill>
                  <a:srgbClr val="000000"/>
                </a:solidFill>
                <a:latin typeface="Arial"/>
                <a:ea typeface="Arial"/>
                <a:cs typeface="Arial"/>
                <a:sym typeface="Arial"/>
              </a:rPr>
              <a:t>빛주사랑</a:t>
            </a:r>
            <a:endParaRPr b="0" i="0" sz="2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100"/>
              <a:buFont typeface="Arial"/>
              <a:buNone/>
            </a:pPr>
            <a:r>
              <a:rPr b="0" i="0" lang="ko-KR" sz="2100" u="none" cap="none" strike="noStrike">
                <a:solidFill>
                  <a:srgbClr val="000000"/>
                </a:solidFill>
                <a:latin typeface="Arial"/>
                <a:ea typeface="Arial"/>
                <a:cs typeface="Arial"/>
                <a:sym typeface="Arial"/>
              </a:rPr>
              <a:t>대학청년부</a:t>
            </a:r>
            <a:endParaRPr b="0" i="0" sz="2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100"/>
              <a:buFont typeface="Arial"/>
              <a:buNone/>
            </a:pPr>
            <a:r>
              <a:rPr b="0" i="0" lang="ko-KR" sz="2100" u="none" cap="none" strike="noStrike">
                <a:solidFill>
                  <a:srgbClr val="000000"/>
                </a:solidFill>
                <a:latin typeface="Arial"/>
                <a:ea typeface="Arial"/>
                <a:cs typeface="Arial"/>
                <a:sym typeface="Arial"/>
              </a:rPr>
              <a:t>0</a:t>
            </a:r>
            <a:r>
              <a:rPr lang="ko-KR" sz="2100"/>
              <a:t>7</a:t>
            </a:r>
            <a:r>
              <a:rPr b="0" i="0" lang="ko-KR" sz="2100" u="none" cap="none" strike="noStrike">
                <a:solidFill>
                  <a:srgbClr val="000000"/>
                </a:solidFill>
                <a:latin typeface="Arial"/>
                <a:ea typeface="Arial"/>
                <a:cs typeface="Arial"/>
                <a:sym typeface="Arial"/>
              </a:rPr>
              <a:t>/</a:t>
            </a:r>
            <a:r>
              <a:rPr lang="ko-KR" sz="2100"/>
              <a:t>12</a:t>
            </a:r>
            <a:r>
              <a:rPr b="0" i="0" lang="ko-KR" sz="2100" u="none" cap="none" strike="noStrike">
                <a:solidFill>
                  <a:srgbClr val="000000"/>
                </a:solidFill>
                <a:latin typeface="Arial"/>
                <a:ea typeface="Arial"/>
                <a:cs typeface="Arial"/>
                <a:sym typeface="Arial"/>
              </a:rPr>
              <a:t>/2026</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sp>
        <p:nvSpPr>
          <p:cNvPr id="77" name="Google Shape;77;p7"/>
          <p:cNvSpPr txBox="1"/>
          <p:nvPr/>
        </p:nvSpPr>
        <p:spPr>
          <a:xfrm>
            <a:off x="678800" y="1911940"/>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신앙고백</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ko-KR" sz="3600" u="none" cap="none" strike="noStrike">
                <a:solidFill>
                  <a:schemeClr val="dk1"/>
                </a:solidFill>
                <a:latin typeface="Arial"/>
                <a:ea typeface="Arial"/>
                <a:cs typeface="Arial"/>
                <a:sym typeface="Arial"/>
              </a:rPr>
              <a:t>Apostles’ Creed</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8"/>
          <p:cNvSpPr txBox="1"/>
          <p:nvPr/>
        </p:nvSpPr>
        <p:spPr>
          <a:xfrm>
            <a:off x="0" y="1428325"/>
            <a:ext cx="9144000" cy="5183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전능하사 천지를 만드신 하나님 아버지를 내가 믿사오며,</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I believe in God the Father Almighty, maker of heaven and earth;</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그 외아들 우리 주 예수 그리스도를 믿사오니,</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And in Jesus Christ, his only Son our Lord:</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이는 성령으로 잉태하사 동정녀 마리아에게 나시고,</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who was conceived by the Holy Spirit, born of the Virgin Mary,</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‘본디오 빌라도’에게 고난을 받으사, 십자가에 못박혀 죽으시고,</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suffered under Pontius Pilate, was crucified, dead, and buried</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장사한지 사흘 만에 죽은 자 가운데서 다시 살아나시며,</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he descended into hell, the third day he rose again from the dead;</a:t>
            </a:r>
            <a:endParaRPr b="0" i="0" sz="1700" u="none" cap="none" strike="noStrike">
              <a:solidFill>
                <a:schemeClr val="dk1"/>
              </a:solidFill>
              <a:latin typeface="Arial"/>
              <a:ea typeface="Arial"/>
              <a:cs typeface="Arial"/>
              <a:sym typeface="Arial"/>
            </a:endParaRPr>
          </a:p>
        </p:txBody>
      </p:sp>
      <p:sp>
        <p:nvSpPr>
          <p:cNvPr id="83" name="Google Shape;83;p8"/>
          <p:cNvSpPr txBox="1"/>
          <p:nvPr/>
        </p:nvSpPr>
        <p:spPr>
          <a:xfrm>
            <a:off x="334000" y="212330"/>
            <a:ext cx="34566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666666"/>
                </a:solidFill>
                <a:latin typeface="Arial"/>
                <a:ea typeface="Arial"/>
                <a:cs typeface="Arial"/>
                <a:sym typeface="Arial"/>
              </a:rPr>
              <a:t>신앙고백</a:t>
            </a:r>
            <a:endParaRPr b="0" i="0" sz="21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666666"/>
                </a:solidFill>
                <a:latin typeface="Arial"/>
                <a:ea typeface="Arial"/>
                <a:cs typeface="Arial"/>
                <a:sym typeface="Arial"/>
              </a:rPr>
              <a:t>Apostles’ Creed</a:t>
            </a:r>
            <a:endParaRPr b="0" i="0" sz="2100" u="none" cap="none" strike="noStrike">
              <a:solidFill>
                <a:srgbClr val="66666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9"/>
          <p:cNvSpPr txBox="1"/>
          <p:nvPr/>
        </p:nvSpPr>
        <p:spPr>
          <a:xfrm>
            <a:off x="0" y="1428325"/>
            <a:ext cx="9144000" cy="5183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하늘에 오르사, 전능하신 하나님 우편에 앉아 계시다가, </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he ascended into heaven, and sitteth on the right hand of God the Father Almighty;</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저리로서 산 자와 죽은 자를 심판하러 오시리라.</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from thence he shall come to judge the quick and the dead,</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500" u="none" cap="none" strike="noStrike">
                <a:solidFill>
                  <a:schemeClr val="dk1"/>
                </a:solidFill>
                <a:latin typeface="Arial"/>
                <a:ea typeface="Arial"/>
                <a:cs typeface="Arial"/>
                <a:sym typeface="Arial"/>
              </a:rPr>
              <a:t>성령을 믿사오며, 거룩한 공회와, 성도가 서로 교통하는 것과,</a:t>
            </a:r>
            <a:endParaRPr b="0" i="0" sz="2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I believe in the Holy Spirit, the holy universal church, the communion of saints,</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죄를 사하여 주시는 것과, 몸이 다시 사는 것과,</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the forgiveness of sins, the resurrection of the body, </a:t>
            </a:r>
            <a:endParaRPr b="0" i="0" sz="1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2600" u="none" cap="none" strike="noStrike">
                <a:solidFill>
                  <a:schemeClr val="dk1"/>
                </a:solidFill>
                <a:latin typeface="Arial"/>
                <a:ea typeface="Arial"/>
                <a:cs typeface="Arial"/>
                <a:sym typeface="Arial"/>
              </a:rPr>
              <a:t>영원히 사는 것을 믿사옵나이다. 아멘.</a:t>
            </a:r>
            <a:endParaRPr b="0" i="0" sz="2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ko-KR" sz="1700" u="none" cap="none" strike="noStrike">
                <a:solidFill>
                  <a:schemeClr val="dk1"/>
                </a:solidFill>
                <a:latin typeface="Arial"/>
                <a:ea typeface="Arial"/>
                <a:cs typeface="Arial"/>
                <a:sym typeface="Arial"/>
              </a:rPr>
              <a:t>and the life everlasting, Amen</a:t>
            </a:r>
            <a:endParaRPr b="0" i="0" sz="1700" u="none" cap="none" strike="noStrike">
              <a:solidFill>
                <a:schemeClr val="dk1"/>
              </a:solidFill>
              <a:latin typeface="Arial"/>
              <a:ea typeface="Arial"/>
              <a:cs typeface="Arial"/>
              <a:sym typeface="Arial"/>
            </a:endParaRPr>
          </a:p>
        </p:txBody>
      </p:sp>
      <p:sp>
        <p:nvSpPr>
          <p:cNvPr id="89" name="Google Shape;89;p9"/>
          <p:cNvSpPr txBox="1"/>
          <p:nvPr/>
        </p:nvSpPr>
        <p:spPr>
          <a:xfrm>
            <a:off x="334000" y="212330"/>
            <a:ext cx="34566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666666"/>
                </a:solidFill>
                <a:latin typeface="Arial"/>
                <a:ea typeface="Arial"/>
                <a:cs typeface="Arial"/>
                <a:sym typeface="Arial"/>
              </a:rPr>
              <a:t>신앙고백</a:t>
            </a:r>
            <a:endParaRPr b="0" i="0" sz="21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666666"/>
                </a:solidFill>
                <a:latin typeface="Arial"/>
                <a:ea typeface="Arial"/>
                <a:cs typeface="Arial"/>
                <a:sym typeface="Arial"/>
              </a:rPr>
              <a:t>Apostles’ Creed</a:t>
            </a:r>
            <a:endParaRPr b="0" i="0" sz="2100" u="none" cap="none" strike="noStrike">
              <a:solidFill>
                <a:srgbClr val="66666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0"/>
          <p:cNvPicPr preferRelativeResize="0"/>
          <p:nvPr/>
        </p:nvPicPr>
        <p:blipFill rotWithShape="1">
          <a:blip r:embed="rId3">
            <a:alphaModFix/>
          </a:blip>
          <a:srcRect b="0" l="0" r="0" t="0"/>
          <a:stretch/>
        </p:blipFill>
        <p:spPr>
          <a:xfrm>
            <a:off x="-1180750" y="685588"/>
            <a:ext cx="11432501" cy="6174925"/>
          </a:xfrm>
          <a:prstGeom prst="rect">
            <a:avLst/>
          </a:prstGeom>
          <a:noFill/>
          <a:ln>
            <a:noFill/>
          </a:ln>
        </p:spPr>
      </p:pic>
      <p:sp>
        <p:nvSpPr>
          <p:cNvPr id="96" name="Google Shape;96;p10"/>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0"/>
          <p:cNvSpPr txBox="1"/>
          <p:nvPr/>
        </p:nvSpPr>
        <p:spPr>
          <a:xfrm>
            <a:off x="749100" y="2951850"/>
            <a:ext cx="7645800" cy="954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lang="ko-KR" sz="5000">
                <a:solidFill>
                  <a:schemeClr val="dk2"/>
                </a:solidFill>
              </a:rPr>
              <a:t>주님의 사랑</a:t>
            </a:r>
            <a:endParaRPr b="1" i="0" sz="50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1"/>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눈부신 햇살</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저 하늘 너머 내게 주어진</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주님의 사랑 깊어져 가네</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나의 마음에</a:t>
            </a:r>
            <a:endParaRPr sz="3500">
              <a:solidFill>
                <a:schemeClr val="dk1"/>
              </a:solidFill>
            </a:endParaRPr>
          </a:p>
        </p:txBody>
      </p:sp>
      <p:sp>
        <p:nvSpPr>
          <p:cNvPr id="104" name="Google Shape;104;p11"/>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주님의 사랑</a:t>
            </a:r>
            <a:endParaRPr sz="25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f398a4d709_0_4"/>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나 얻었네 변함 없는 그 사랑</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내 안에 기쁨의 노래</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멈출 수가 없네</a:t>
            </a:r>
            <a:endParaRPr sz="4100">
              <a:solidFill>
                <a:schemeClr val="dk1"/>
              </a:solidFill>
            </a:endParaRPr>
          </a:p>
        </p:txBody>
      </p:sp>
      <p:sp>
        <p:nvSpPr>
          <p:cNvPr id="111" name="Google Shape;111;g3f398a4d709_0_4"/>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주님의 사랑</a:t>
            </a:r>
            <a:endParaRPr sz="2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f398a4d709_0_10"/>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주님의 사랑</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바람에 실리듯 내게 찾아와</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그 사랑의 향기가 내 맘 가득해</a:t>
            </a:r>
            <a:endParaRPr sz="4100">
              <a:solidFill>
                <a:schemeClr val="dk1"/>
              </a:solidFill>
            </a:endParaRPr>
          </a:p>
        </p:txBody>
      </p:sp>
      <p:sp>
        <p:nvSpPr>
          <p:cNvPr id="118" name="Google Shape;118;g3f398a4d709_0_10"/>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주님의 사랑</a:t>
            </a:r>
            <a:endParaRPr sz="2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f398a4d709_0_16"/>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주님의 은혜</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굽이쳐 흐르며 내게 다가와</a:t>
            </a:r>
            <a:endParaRPr sz="4100">
              <a:solidFill>
                <a:schemeClr val="dk1"/>
              </a:solidFill>
            </a:endParaRPr>
          </a:p>
          <a:p>
            <a:pPr indent="0" lvl="0" marL="0" rtl="0" algn="ctr">
              <a:lnSpc>
                <a:spcPct val="125000"/>
              </a:lnSpc>
              <a:spcBef>
                <a:spcPts val="0"/>
              </a:spcBef>
              <a:spcAft>
                <a:spcPts val="0"/>
              </a:spcAft>
              <a:buClr>
                <a:schemeClr val="dk1"/>
              </a:buClr>
              <a:buSzPts val="1100"/>
              <a:buFont typeface="Arial"/>
              <a:buNone/>
            </a:pPr>
            <a:r>
              <a:rPr lang="ko-KR" sz="4100">
                <a:solidFill>
                  <a:schemeClr val="dk1"/>
                </a:solidFill>
              </a:rPr>
              <a:t>그 사랑의 열매로 내 맘 채우네</a:t>
            </a:r>
            <a:endParaRPr sz="4100">
              <a:solidFill>
                <a:schemeClr val="dk1"/>
              </a:solidFill>
            </a:endParaRPr>
          </a:p>
        </p:txBody>
      </p:sp>
      <p:sp>
        <p:nvSpPr>
          <p:cNvPr id="125" name="Google Shape;125;g3f398a4d709_0_16"/>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주님의 사랑</a:t>
            </a:r>
            <a:endParaRPr sz="2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f398a4d709_0_22"/>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rPr lang="ko-KR" sz="4100">
                <a:solidFill>
                  <a:schemeClr val="dk1"/>
                </a:solidFill>
              </a:rPr>
              <a:t>그 사랑의 열매로 내 맘 채우네</a:t>
            </a:r>
            <a:endParaRPr sz="4100">
              <a:solidFill>
                <a:schemeClr val="dk1"/>
              </a:solidFill>
            </a:endParaRPr>
          </a:p>
        </p:txBody>
      </p:sp>
      <p:sp>
        <p:nvSpPr>
          <p:cNvPr id="132" name="Google Shape;132;g3f398a4d709_0_22"/>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주님의 사랑</a:t>
            </a:r>
            <a:endParaRPr sz="25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4"/>
          <p:cNvPicPr preferRelativeResize="0"/>
          <p:nvPr/>
        </p:nvPicPr>
        <p:blipFill rotWithShape="1">
          <a:blip r:embed="rId3">
            <a:alphaModFix/>
          </a:blip>
          <a:srcRect b="0" l="0" r="0" t="0"/>
          <a:stretch/>
        </p:blipFill>
        <p:spPr>
          <a:xfrm>
            <a:off x="-1180750" y="685588"/>
            <a:ext cx="11432501" cy="6174925"/>
          </a:xfrm>
          <a:prstGeom prst="rect">
            <a:avLst/>
          </a:prstGeom>
          <a:noFill/>
          <a:ln>
            <a:noFill/>
          </a:ln>
        </p:spPr>
      </p:pic>
      <p:sp>
        <p:nvSpPr>
          <p:cNvPr id="139" name="Google Shape;139;p14"/>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4"/>
          <p:cNvSpPr txBox="1"/>
          <p:nvPr/>
        </p:nvSpPr>
        <p:spPr>
          <a:xfrm>
            <a:off x="749100" y="2951850"/>
            <a:ext cx="7645800" cy="954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lang="ko-KR" sz="5000">
                <a:solidFill>
                  <a:schemeClr val="dk2"/>
                </a:solidFill>
              </a:rPr>
              <a:t>주 은혜임을</a:t>
            </a:r>
            <a:endParaRPr b="1" sz="50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주 나의 모습 보네</a:t>
            </a:r>
            <a:endParaRPr sz="4100">
              <a:solidFill>
                <a:srgbClr val="1F1F1F"/>
              </a:solidFill>
              <a:highlight>
                <a:schemeClr val="lt1"/>
              </a:highlight>
            </a:endParaRPr>
          </a:p>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상한 나의 맘 보시네</a:t>
            </a:r>
            <a:endParaRPr sz="4100">
              <a:solidFill>
                <a:srgbClr val="1F1F1F"/>
              </a:solidFill>
              <a:highlight>
                <a:schemeClr val="lt1"/>
              </a:highlight>
            </a:endParaRPr>
          </a:p>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주 나의 눈물 아네</a:t>
            </a:r>
            <a:endParaRPr sz="4100">
              <a:solidFill>
                <a:srgbClr val="1F1F1F"/>
              </a:solidFill>
              <a:highlight>
                <a:schemeClr val="lt1"/>
              </a:highlight>
            </a:endParaRPr>
          </a:p>
          <a:p>
            <a:pPr indent="0" lvl="0" marL="0" marR="0" rtl="0" algn="ctr">
              <a:lnSpc>
                <a:spcPct val="125000"/>
              </a:lnSpc>
              <a:spcBef>
                <a:spcPts val="900"/>
              </a:spcBef>
              <a:spcAft>
                <a:spcPts val="900"/>
              </a:spcAft>
              <a:buClr>
                <a:schemeClr val="dk1"/>
              </a:buClr>
              <a:buSzPts val="1100"/>
              <a:buFont typeface="Arial"/>
              <a:buNone/>
            </a:pPr>
            <a:r>
              <a:rPr lang="ko-KR" sz="4100">
                <a:solidFill>
                  <a:srgbClr val="1F1F1F"/>
                </a:solidFill>
                <a:highlight>
                  <a:schemeClr val="lt1"/>
                </a:highlight>
              </a:rPr>
              <a:t>홀로 울던 맘 아시네</a:t>
            </a:r>
            <a:endParaRPr sz="4100">
              <a:solidFill>
                <a:srgbClr val="1F1F1F"/>
              </a:solidFill>
              <a:highlight>
                <a:schemeClr val="lt1"/>
              </a:highlight>
            </a:endParaRPr>
          </a:p>
        </p:txBody>
      </p:sp>
      <p:sp>
        <p:nvSpPr>
          <p:cNvPr id="147" name="Google Shape;147;p15"/>
          <p:cNvSpPr txBox="1"/>
          <p:nvPr/>
        </p:nvSpPr>
        <p:spPr>
          <a:xfrm>
            <a:off x="152400" y="152400"/>
            <a:ext cx="51837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 은혜임을</a:t>
            </a:r>
            <a:endParaRPr sz="2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f398a4d709_0_28"/>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주 사랑 내게 있네</a:t>
            </a:r>
            <a:endParaRPr sz="4100">
              <a:solidFill>
                <a:srgbClr val="1F1F1F"/>
              </a:solidFill>
              <a:highlight>
                <a:schemeClr val="lt1"/>
              </a:highlight>
            </a:endParaRPr>
          </a:p>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그 사랑이 날 채우네</a:t>
            </a:r>
            <a:endParaRPr sz="4100">
              <a:solidFill>
                <a:srgbClr val="1F1F1F"/>
              </a:solidFill>
              <a:highlight>
                <a:schemeClr val="lt1"/>
              </a:highlight>
            </a:endParaRPr>
          </a:p>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주 은혜 내게 있네</a:t>
            </a:r>
            <a:endParaRPr sz="4100">
              <a:solidFill>
                <a:srgbClr val="1F1F1F"/>
              </a:solidFill>
              <a:highlight>
                <a:schemeClr val="lt1"/>
              </a:highlight>
            </a:endParaRPr>
          </a:p>
          <a:p>
            <a:pPr indent="0" lvl="0" marL="0" marR="0" rtl="0" algn="ctr">
              <a:lnSpc>
                <a:spcPct val="125000"/>
              </a:lnSpc>
              <a:spcBef>
                <a:spcPts val="900"/>
              </a:spcBef>
              <a:spcAft>
                <a:spcPts val="900"/>
              </a:spcAft>
              <a:buClr>
                <a:schemeClr val="dk1"/>
              </a:buClr>
              <a:buSzPts val="1100"/>
              <a:buFont typeface="Arial"/>
              <a:buNone/>
            </a:pPr>
            <a:r>
              <a:rPr lang="ko-KR" sz="4100">
                <a:solidFill>
                  <a:srgbClr val="1F1F1F"/>
                </a:solidFill>
                <a:highlight>
                  <a:schemeClr val="lt1"/>
                </a:highlight>
              </a:rPr>
              <a:t>그 은혜로 날 세우네</a:t>
            </a:r>
            <a:endParaRPr sz="4100">
              <a:solidFill>
                <a:srgbClr val="1F1F1F"/>
              </a:solidFill>
              <a:highlight>
                <a:schemeClr val="lt1"/>
              </a:highlight>
            </a:endParaRPr>
          </a:p>
        </p:txBody>
      </p:sp>
      <p:sp>
        <p:nvSpPr>
          <p:cNvPr id="154" name="Google Shape;154;g3f398a4d709_0_28"/>
          <p:cNvSpPr txBox="1"/>
          <p:nvPr/>
        </p:nvSpPr>
        <p:spPr>
          <a:xfrm>
            <a:off x="152400" y="152400"/>
            <a:ext cx="51837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 은혜임을</a:t>
            </a:r>
            <a:endParaRPr sz="2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f398a4d709_0_34"/>
          <p:cNvSpPr txBox="1"/>
          <p:nvPr/>
        </p:nvSpPr>
        <p:spPr>
          <a:xfrm>
            <a:off x="0" y="1338900"/>
            <a:ext cx="9144000" cy="41802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세상 소망 다 사라져가도</a:t>
            </a:r>
            <a:endParaRPr sz="4100">
              <a:solidFill>
                <a:srgbClr val="1F1F1F"/>
              </a:solidFill>
              <a:highlight>
                <a:schemeClr val="lt1"/>
              </a:highlight>
            </a:endParaRPr>
          </a:p>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주의 사랑은 끝이 없으니</a:t>
            </a:r>
            <a:endParaRPr sz="4100">
              <a:solidFill>
                <a:srgbClr val="1F1F1F"/>
              </a:solidFill>
              <a:highlight>
                <a:schemeClr val="lt1"/>
              </a:highlight>
            </a:endParaRPr>
          </a:p>
          <a:p>
            <a:pPr indent="0" lvl="0" marL="0" marR="0" rtl="0" algn="ctr">
              <a:lnSpc>
                <a:spcPct val="125000"/>
              </a:lnSpc>
              <a:spcBef>
                <a:spcPts val="900"/>
              </a:spcBef>
              <a:spcAft>
                <a:spcPts val="0"/>
              </a:spcAft>
              <a:buClr>
                <a:schemeClr val="dk1"/>
              </a:buClr>
              <a:buSzPts val="1100"/>
              <a:buFont typeface="Arial"/>
              <a:buNone/>
            </a:pPr>
            <a:r>
              <a:rPr lang="ko-KR" sz="4100">
                <a:solidFill>
                  <a:srgbClr val="1F1F1F"/>
                </a:solidFill>
                <a:highlight>
                  <a:schemeClr val="lt1"/>
                </a:highlight>
              </a:rPr>
              <a:t>살아가는 이 모든 순간이</a:t>
            </a:r>
            <a:endParaRPr sz="4100">
              <a:solidFill>
                <a:srgbClr val="1F1F1F"/>
              </a:solidFill>
              <a:highlight>
                <a:schemeClr val="lt1"/>
              </a:highlight>
            </a:endParaRPr>
          </a:p>
          <a:p>
            <a:pPr indent="0" lvl="0" marL="0" marR="0" rtl="0" algn="ctr">
              <a:lnSpc>
                <a:spcPct val="125000"/>
              </a:lnSpc>
              <a:spcBef>
                <a:spcPts val="900"/>
              </a:spcBef>
              <a:spcAft>
                <a:spcPts val="900"/>
              </a:spcAft>
              <a:buClr>
                <a:schemeClr val="dk1"/>
              </a:buClr>
              <a:buSzPts val="1100"/>
              <a:buFont typeface="Arial"/>
              <a:buNone/>
            </a:pPr>
            <a:r>
              <a:rPr lang="ko-KR" sz="4100">
                <a:solidFill>
                  <a:srgbClr val="1F1F1F"/>
                </a:solidFill>
                <a:highlight>
                  <a:schemeClr val="lt1"/>
                </a:highlight>
              </a:rPr>
              <a:t>주 은혜임을 나는 믿네</a:t>
            </a:r>
            <a:endParaRPr sz="4100">
              <a:solidFill>
                <a:srgbClr val="1F1F1F"/>
              </a:solidFill>
              <a:highlight>
                <a:schemeClr val="lt1"/>
              </a:highlight>
            </a:endParaRPr>
          </a:p>
        </p:txBody>
      </p:sp>
      <p:sp>
        <p:nvSpPr>
          <p:cNvPr id="161" name="Google Shape;161;g3f398a4d709_0_34"/>
          <p:cNvSpPr txBox="1"/>
          <p:nvPr/>
        </p:nvSpPr>
        <p:spPr>
          <a:xfrm>
            <a:off x="152400" y="152400"/>
            <a:ext cx="51837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ko-KR" sz="2500">
                <a:solidFill>
                  <a:schemeClr val="dk1"/>
                </a:solidFill>
              </a:rPr>
              <a:t>주 은혜임을</a:t>
            </a:r>
            <a:endParaRPr sz="2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5"/>
          <p:cNvPicPr preferRelativeResize="0"/>
          <p:nvPr/>
        </p:nvPicPr>
        <p:blipFill rotWithShape="1">
          <a:blip r:embed="rId3">
            <a:alphaModFix/>
          </a:blip>
          <a:srcRect b="0" l="0" r="0" t="0"/>
          <a:stretch/>
        </p:blipFill>
        <p:spPr>
          <a:xfrm>
            <a:off x="-1180750" y="685588"/>
            <a:ext cx="11432501" cy="6174925"/>
          </a:xfrm>
          <a:prstGeom prst="rect">
            <a:avLst/>
          </a:prstGeom>
          <a:noFill/>
          <a:ln>
            <a:noFill/>
          </a:ln>
        </p:spPr>
      </p:pic>
      <p:sp>
        <p:nvSpPr>
          <p:cNvPr id="168" name="Google Shape;168;p25"/>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5"/>
          <p:cNvSpPr txBox="1"/>
          <p:nvPr/>
        </p:nvSpPr>
        <p:spPr>
          <a:xfrm>
            <a:off x="749100" y="2951850"/>
            <a:ext cx="7645800" cy="954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ko-KR" sz="5000" u="none" cap="none" strike="noStrike">
                <a:solidFill>
                  <a:schemeClr val="dk2"/>
                </a:solidFill>
                <a:latin typeface="Arial"/>
                <a:ea typeface="Arial"/>
                <a:cs typeface="Arial"/>
                <a:sym typeface="Arial"/>
              </a:rPr>
              <a:t>입례</a:t>
            </a:r>
            <a:endParaRPr b="1" i="0" sz="5000" u="none" cap="none" strike="noStrik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nvSpPr>
        <p:spPr>
          <a:xfrm>
            <a:off x="0" y="1017000"/>
            <a:ext cx="9144000" cy="48240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0"/>
              </a:spcBef>
              <a:spcAft>
                <a:spcPts val="0"/>
              </a:spcAft>
              <a:buClr>
                <a:schemeClr val="dk1"/>
              </a:buClr>
              <a:buSzPts val="1100"/>
              <a:buFont typeface="Arial"/>
              <a:buNone/>
            </a:pPr>
            <a:r>
              <a:rPr b="0" i="0" lang="ko-KR" sz="4100" u="none" cap="none" strike="noStrike">
                <a:solidFill>
                  <a:schemeClr val="dk1"/>
                </a:solidFill>
                <a:latin typeface="Arial"/>
                <a:ea typeface="Arial"/>
                <a:cs typeface="Arial"/>
                <a:sym typeface="Arial"/>
              </a:rPr>
              <a:t>우리 모두 예배하는 자 되어</a:t>
            </a:r>
            <a:endParaRPr b="0" i="0" sz="4100" u="none" cap="none" strike="noStrike">
              <a:solidFill>
                <a:schemeClr val="dk1"/>
              </a:solidFill>
              <a:latin typeface="Arial"/>
              <a:ea typeface="Arial"/>
              <a:cs typeface="Arial"/>
              <a:sym typeface="Arial"/>
            </a:endParaRPr>
          </a:p>
          <a:p>
            <a:pPr indent="0" lvl="0" marL="0" marR="0" rtl="0" algn="ctr">
              <a:lnSpc>
                <a:spcPct val="125000"/>
              </a:lnSpc>
              <a:spcBef>
                <a:spcPts val="900"/>
              </a:spcBef>
              <a:spcAft>
                <a:spcPts val="0"/>
              </a:spcAft>
              <a:buClr>
                <a:schemeClr val="dk1"/>
              </a:buClr>
              <a:buSzPts val="1100"/>
              <a:buFont typeface="Arial"/>
              <a:buNone/>
            </a:pPr>
            <a:r>
              <a:rPr b="0" i="0" lang="ko-KR" sz="4100" u="none" cap="none" strike="noStrike">
                <a:solidFill>
                  <a:schemeClr val="dk1"/>
                </a:solidFill>
                <a:latin typeface="Arial"/>
                <a:ea typeface="Arial"/>
                <a:cs typeface="Arial"/>
                <a:sym typeface="Arial"/>
              </a:rPr>
              <a:t>온전히 영과 진리로 주를 예배하자</a:t>
            </a:r>
            <a:endParaRPr b="0" i="0" sz="4100" u="none" cap="none" strike="noStrike">
              <a:solidFill>
                <a:schemeClr val="dk1"/>
              </a:solidFill>
              <a:latin typeface="Arial"/>
              <a:ea typeface="Arial"/>
              <a:cs typeface="Arial"/>
              <a:sym typeface="Arial"/>
            </a:endParaRPr>
          </a:p>
          <a:p>
            <a:pPr indent="0" lvl="0" marL="0" marR="0" rtl="0" algn="ctr">
              <a:lnSpc>
                <a:spcPct val="125000"/>
              </a:lnSpc>
              <a:spcBef>
                <a:spcPts val="900"/>
              </a:spcBef>
              <a:spcAft>
                <a:spcPts val="0"/>
              </a:spcAft>
              <a:buClr>
                <a:schemeClr val="dk1"/>
              </a:buClr>
              <a:buSzPts val="1100"/>
              <a:buFont typeface="Arial"/>
              <a:buNone/>
            </a:pPr>
            <a:r>
              <a:rPr b="0" i="0" lang="ko-KR" sz="4100" u="none" cap="none" strike="noStrike">
                <a:solidFill>
                  <a:schemeClr val="dk1"/>
                </a:solidFill>
                <a:latin typeface="Arial"/>
                <a:ea typeface="Arial"/>
                <a:cs typeface="Arial"/>
                <a:sym typeface="Arial"/>
              </a:rPr>
              <a:t>주가 우리와 함께 영원히 함께 하시고</a:t>
            </a:r>
            <a:endParaRPr b="0" i="0" sz="4100" u="none" cap="none" strike="noStrike">
              <a:solidFill>
                <a:schemeClr val="dk1"/>
              </a:solidFill>
              <a:latin typeface="Arial"/>
              <a:ea typeface="Arial"/>
              <a:cs typeface="Arial"/>
              <a:sym typeface="Arial"/>
            </a:endParaRPr>
          </a:p>
          <a:p>
            <a:pPr indent="0" lvl="0" marL="0" marR="0" rtl="0" algn="ctr">
              <a:lnSpc>
                <a:spcPct val="125000"/>
              </a:lnSpc>
              <a:spcBef>
                <a:spcPts val="900"/>
              </a:spcBef>
              <a:spcAft>
                <a:spcPts val="900"/>
              </a:spcAft>
              <a:buClr>
                <a:schemeClr val="dk1"/>
              </a:buClr>
              <a:buSzPts val="1100"/>
              <a:buFont typeface="Arial"/>
              <a:buNone/>
            </a:pPr>
            <a:r>
              <a:rPr b="0" i="0" lang="ko-KR" sz="4100" u="none" cap="none" strike="noStrike">
                <a:solidFill>
                  <a:schemeClr val="dk1"/>
                </a:solidFill>
                <a:latin typeface="Arial"/>
                <a:ea typeface="Arial"/>
                <a:cs typeface="Arial"/>
                <a:sym typeface="Arial"/>
              </a:rPr>
              <a:t>마르지 않는 샘물로 우릴 채우시리라 </a:t>
            </a:r>
            <a:endParaRPr b="0" i="0" sz="4100" u="none" cap="none" strike="noStrike">
              <a:solidFill>
                <a:schemeClr val="dk1"/>
              </a:solidFill>
              <a:latin typeface="Arial"/>
              <a:ea typeface="Arial"/>
              <a:cs typeface="Arial"/>
              <a:sym typeface="Arial"/>
            </a:endParaRPr>
          </a:p>
        </p:txBody>
      </p:sp>
      <p:sp>
        <p:nvSpPr>
          <p:cNvPr id="176" name="Google Shape;176;p26"/>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ko-KR" sz="2500" u="none" cap="none" strike="noStrike">
                <a:solidFill>
                  <a:schemeClr val="dk1"/>
                </a:solidFill>
                <a:latin typeface="Arial"/>
                <a:ea typeface="Arial"/>
                <a:cs typeface="Arial"/>
                <a:sym typeface="Arial"/>
              </a:rPr>
              <a:t>입례</a:t>
            </a:r>
            <a:endParaRPr b="0" i="0" sz="2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5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27"/>
          <p:cNvSpPr txBox="1"/>
          <p:nvPr/>
        </p:nvSpPr>
        <p:spPr>
          <a:xfrm>
            <a:off x="678800" y="1891325"/>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기도</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ko-KR" sz="4000" u="none" cap="none" strike="noStrike">
                <a:solidFill>
                  <a:schemeClr val="dk1"/>
                </a:solidFill>
                <a:latin typeface="Arial"/>
                <a:ea typeface="Arial"/>
                <a:cs typeface="Arial"/>
                <a:sym typeface="Arial"/>
              </a:rPr>
              <a:t>Prayer</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g3f1fba104c9_5_0"/>
          <p:cNvSpPr txBox="1"/>
          <p:nvPr/>
        </p:nvSpPr>
        <p:spPr>
          <a:xfrm>
            <a:off x="839750" y="3581400"/>
            <a:ext cx="7572000" cy="14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000"/>
              <a:buFont typeface="Arial"/>
              <a:buNone/>
            </a:pPr>
            <a:r>
              <a:rPr b="1" i="0" lang="ko-KR" sz="3900" u="none" cap="none" strike="noStrike">
                <a:solidFill>
                  <a:schemeClr val="dk1"/>
                </a:solidFill>
                <a:latin typeface="Arial"/>
                <a:ea typeface="Arial"/>
                <a:cs typeface="Arial"/>
                <a:sym typeface="Arial"/>
              </a:rPr>
              <a:t>로마서 5:1-11</a:t>
            </a:r>
            <a:endParaRPr b="1" i="0" sz="3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000"/>
              <a:buFont typeface="Arial"/>
              <a:buNone/>
            </a:pPr>
            <a:r>
              <a:rPr b="0" i="0" lang="ko-KR" sz="3000" u="none" cap="none" strike="noStrike">
                <a:solidFill>
                  <a:schemeClr val="dk1"/>
                </a:solidFill>
                <a:latin typeface="Arial"/>
                <a:ea typeface="Arial"/>
                <a:cs typeface="Arial"/>
                <a:sym typeface="Arial"/>
              </a:rPr>
              <a:t>Romans 5:1-11</a:t>
            </a:r>
            <a:endParaRPr b="1" i="0" sz="3900" u="none" cap="none" strike="noStrike">
              <a:solidFill>
                <a:schemeClr val="dk1"/>
              </a:solidFill>
              <a:latin typeface="Arial"/>
              <a:ea typeface="Arial"/>
              <a:cs typeface="Arial"/>
              <a:sym typeface="Arial"/>
            </a:endParaRPr>
          </a:p>
        </p:txBody>
      </p:sp>
      <p:sp>
        <p:nvSpPr>
          <p:cNvPr id="187" name="Google Shape;187;g3f1fba104c9_5_0"/>
          <p:cNvSpPr txBox="1"/>
          <p:nvPr/>
        </p:nvSpPr>
        <p:spPr>
          <a:xfrm>
            <a:off x="839750" y="1598700"/>
            <a:ext cx="2817300" cy="14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성경 말씀 </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ko-KR" sz="3600" u="none" cap="none" strike="noStrike">
                <a:solidFill>
                  <a:schemeClr val="dk1"/>
                </a:solidFill>
                <a:latin typeface="Arial"/>
                <a:ea typeface="Arial"/>
                <a:cs typeface="Arial"/>
                <a:sym typeface="Arial"/>
              </a:rPr>
              <a:t>Bible verse</a:t>
            </a:r>
            <a:endParaRPr b="0" i="0" sz="27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f1fba104c9_5_6"/>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f1fba104c9_5_6"/>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194" name="Google Shape;194;g3f1fba104c9_5_6"/>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1절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그러므로 우리가 믿음으로 의롭다 하심을 받았으니 우리 주 예수 그리스도로 말미암아 하나님과 화평을 누리자</a:t>
            </a:r>
            <a:endParaRPr b="0" i="0" sz="3000" u="none" cap="none" strike="noStrike">
              <a:solidFill>
                <a:schemeClr val="dk1"/>
              </a:solidFill>
              <a:latin typeface="Arial"/>
              <a:ea typeface="Arial"/>
              <a:cs typeface="Arial"/>
              <a:sym typeface="Arial"/>
            </a:endParaRPr>
          </a:p>
        </p:txBody>
      </p:sp>
      <p:sp>
        <p:nvSpPr>
          <p:cNvPr id="195" name="Google Shape;195;g3f1fba104c9_5_6"/>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Therefore, since we have been justified by faith, we have peace with God through our Lord Jesus Christ.</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f1fba104c9_5_13"/>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f1fba104c9_5_13"/>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02" name="Google Shape;202;g3f1fba104c9_5_13"/>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2절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또한 그로 말미암아 우리가 믿음으로 서 있는 이 은혜에 들어감을 얻었으며 하나님의 영광을 바라고 즐거워하느니라</a:t>
            </a:r>
            <a:endParaRPr b="0" i="0" sz="3000" u="none" cap="none" strike="noStrike">
              <a:solidFill>
                <a:schemeClr val="dk1"/>
              </a:solidFill>
              <a:latin typeface="Arial"/>
              <a:ea typeface="Arial"/>
              <a:cs typeface="Arial"/>
              <a:sym typeface="Arial"/>
            </a:endParaRPr>
          </a:p>
        </p:txBody>
      </p:sp>
      <p:sp>
        <p:nvSpPr>
          <p:cNvPr id="203" name="Google Shape;203;g3f1fba104c9_5_13"/>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5:2</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Through him we have also obtained access by faith into this grace in which we stand, and we rejoice in hope of the glory of God.</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f1fba104c9_5_20"/>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3f1fba104c9_5_20"/>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10" name="Google Shape;210;g3f1fba104c9_5_20"/>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3절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다만 이뿐 아니라 우리가 환난 중에도 즐거워하나니 이는 환난은 인내를,</a:t>
            </a:r>
            <a:endParaRPr b="0" i="0" sz="3000" u="none" cap="none" strike="noStrike">
              <a:solidFill>
                <a:schemeClr val="dk1"/>
              </a:solidFill>
              <a:latin typeface="Arial"/>
              <a:ea typeface="Arial"/>
              <a:cs typeface="Arial"/>
              <a:sym typeface="Arial"/>
            </a:endParaRPr>
          </a:p>
        </p:txBody>
      </p:sp>
      <p:sp>
        <p:nvSpPr>
          <p:cNvPr id="211" name="Google Shape;211;g3f1fba104c9_5_20"/>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5:3</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Not only that, but we rejoice in our sufferings, knowing that suffering produces endurance,</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f1fba104c9_5_27"/>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3f1fba104c9_5_27"/>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18" name="Google Shape;218;g3f1fba104c9_5_27"/>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4절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인내는 연단을, 연단은 소망을 이루는 줄 앎이로다</a:t>
            </a:r>
            <a:endParaRPr b="0" i="0" sz="3000" u="none" cap="none" strike="noStrike">
              <a:solidFill>
                <a:schemeClr val="dk1"/>
              </a:solidFill>
              <a:latin typeface="Arial"/>
              <a:ea typeface="Arial"/>
              <a:cs typeface="Arial"/>
              <a:sym typeface="Arial"/>
            </a:endParaRPr>
          </a:p>
        </p:txBody>
      </p:sp>
      <p:sp>
        <p:nvSpPr>
          <p:cNvPr id="219" name="Google Shape;219;g3f1fba104c9_5_27"/>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5:4</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and endurance produces character, and character produces hope,</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f1fba104c9_5_34"/>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3f1fba104c9_5_34"/>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26" name="Google Shape;226;g3f1fba104c9_5_34"/>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5절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소망이 우리를 부끄럽게 하지 아니함은 우리에게 주신 성령으로 말미암아 하나님의 사랑이 우리 마음에 부은 바 됨이니</a:t>
            </a:r>
            <a:endParaRPr b="0" i="0" sz="3000" u="none" cap="none" strike="noStrike">
              <a:solidFill>
                <a:schemeClr val="dk1"/>
              </a:solidFill>
              <a:latin typeface="Arial"/>
              <a:ea typeface="Arial"/>
              <a:cs typeface="Arial"/>
              <a:sym typeface="Arial"/>
            </a:endParaRPr>
          </a:p>
        </p:txBody>
      </p:sp>
      <p:sp>
        <p:nvSpPr>
          <p:cNvPr id="227" name="Google Shape;227;g3f1fba104c9_5_34"/>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5:5</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and hope does not put us to shame, because God's love has been poured into our hearts through the Holy Spirit who has been given to us.</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f1fba104c9_5_41"/>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f1fba104c9_5_41"/>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34" name="Google Shape;234;g3f1fba104c9_5_41"/>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6절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우리가 아직 연약할 때에 기약대로 그리스도께서 경건하지 않은 자를 위하여 죽으셨도다</a:t>
            </a:r>
            <a:endParaRPr b="0" i="0" sz="3000" u="none" cap="none" strike="noStrike">
              <a:solidFill>
                <a:schemeClr val="dk1"/>
              </a:solidFill>
              <a:latin typeface="Arial"/>
              <a:ea typeface="Arial"/>
              <a:cs typeface="Arial"/>
              <a:sym typeface="Arial"/>
            </a:endParaRPr>
          </a:p>
        </p:txBody>
      </p:sp>
      <p:sp>
        <p:nvSpPr>
          <p:cNvPr id="235" name="Google Shape;235;g3f1fba104c9_5_41"/>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5:6</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For while we were still weak, at the right time Christ died for the ungodly.</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f1fba104c9_5_48"/>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f1fba104c9_5_48"/>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42" name="Google Shape;242;g3f1fba104c9_5_48"/>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7절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의인을 위하여 죽는 자가 쉽지 않고 선인을 위하여 용감히 죽는 자가 혹 있거니와</a:t>
            </a:r>
            <a:endParaRPr b="0" i="0" sz="3000" u="none" cap="none" strike="noStrike">
              <a:solidFill>
                <a:schemeClr val="dk1"/>
              </a:solidFill>
              <a:latin typeface="Arial"/>
              <a:ea typeface="Arial"/>
              <a:cs typeface="Arial"/>
              <a:sym typeface="Arial"/>
            </a:endParaRPr>
          </a:p>
        </p:txBody>
      </p:sp>
      <p:sp>
        <p:nvSpPr>
          <p:cNvPr id="243" name="Google Shape;243;g3f1fba104c9_5_48"/>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5:7</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For one will scarcely die for a righteous person — though perhaps for a good person one would dare even to die —</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f1fba104c9_5_55"/>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3f1fba104c9_5_55"/>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50" name="Google Shape;250;g3f1fba104c9_5_55"/>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8절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우리가 아직 죄인 되었을 때에 그리스도께서 우리를 위하여 죽으심으로 하나님께서 우리에 대한 자기의 사랑을 확증하셨느니라</a:t>
            </a:r>
            <a:endParaRPr b="0" i="0" sz="3000" u="none" cap="none" strike="noStrike">
              <a:solidFill>
                <a:schemeClr val="dk1"/>
              </a:solidFill>
              <a:latin typeface="Arial"/>
              <a:ea typeface="Arial"/>
              <a:cs typeface="Arial"/>
              <a:sym typeface="Arial"/>
            </a:endParaRPr>
          </a:p>
        </p:txBody>
      </p:sp>
      <p:sp>
        <p:nvSpPr>
          <p:cNvPr id="251" name="Google Shape;251;g3f1fba104c9_5_55"/>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5:8</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but God shows his love for us in that while we were still sinners, Christ died for us.</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f1fba104c9_5_62"/>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3f1fba104c9_5_62"/>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58" name="Google Shape;258;g3f1fba104c9_5_62"/>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9절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그러면 이제 우리가 그의 피로 말미암아 의롭다 하심을 받았으니 더욱 그로 말미암아 진노하심에서 구원을 받을 것이니</a:t>
            </a:r>
            <a:endParaRPr b="0" i="0" sz="3000" u="none" cap="none" strike="noStrike">
              <a:solidFill>
                <a:schemeClr val="dk1"/>
              </a:solidFill>
              <a:latin typeface="Arial"/>
              <a:ea typeface="Arial"/>
              <a:cs typeface="Arial"/>
              <a:sym typeface="Arial"/>
            </a:endParaRPr>
          </a:p>
        </p:txBody>
      </p:sp>
      <p:sp>
        <p:nvSpPr>
          <p:cNvPr id="259" name="Google Shape;259;g3f1fba104c9_5_62"/>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5:9</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Since, therefore, we have now been justified by his blood, much more shall we be saved by him from the wrath of God.</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f1fba104c9_5_69"/>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3f1fba104c9_5_69"/>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66" name="Google Shape;266;g3f1fba104c9_5_69"/>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10절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곧 우리가 원수 되었을 때에 그의 아들의 죽으심으로 말미암아 하나님과 화목하게 되었은즉 화목하게 된 자로서는 더욱 그의 살아나심으로 말미암아 구원을 받을 것이니라</a:t>
            </a:r>
            <a:endParaRPr b="0" i="0" sz="3000" u="none" cap="none" strike="noStrike">
              <a:solidFill>
                <a:schemeClr val="dk1"/>
              </a:solidFill>
              <a:latin typeface="Arial"/>
              <a:ea typeface="Arial"/>
              <a:cs typeface="Arial"/>
              <a:sym typeface="Arial"/>
            </a:endParaRPr>
          </a:p>
        </p:txBody>
      </p:sp>
      <p:sp>
        <p:nvSpPr>
          <p:cNvPr id="267" name="Google Shape;267;g3f1fba104c9_5_69"/>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5:10</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For if while we were enemies we were reconciled to God by the death of his Son, much more, now that we are reconciled, shall we be saved by his life.</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f1fba104c9_5_76"/>
          <p:cNvSpPr txBox="1"/>
          <p:nvPr/>
        </p:nvSpPr>
        <p:spPr>
          <a:xfrm>
            <a:off x="334000" y="1274336"/>
            <a:ext cx="8403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3f1fba104c9_5_76"/>
          <p:cNvSpPr txBox="1"/>
          <p:nvPr/>
        </p:nvSpPr>
        <p:spPr>
          <a:xfrm>
            <a:off x="334000" y="212325"/>
            <a:ext cx="43158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100" u="none" cap="none" strike="noStrike">
                <a:solidFill>
                  <a:srgbClr val="888888"/>
                </a:solidFill>
                <a:latin typeface="Arial"/>
                <a:ea typeface="Arial"/>
                <a:cs typeface="Arial"/>
                <a:sym typeface="Arial"/>
              </a:rPr>
              <a:t>로마서 5:1-11</a:t>
            </a:r>
            <a:endParaRPr b="0" i="0" sz="2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5:1-11</a:t>
            </a:r>
            <a:endParaRPr b="0" i="0" sz="2100" u="none" cap="none" strike="noStrike">
              <a:solidFill>
                <a:srgbClr val="888888"/>
              </a:solidFill>
              <a:latin typeface="Arial"/>
              <a:ea typeface="Arial"/>
              <a:cs typeface="Arial"/>
              <a:sym typeface="Arial"/>
            </a:endParaRPr>
          </a:p>
        </p:txBody>
      </p:sp>
      <p:sp>
        <p:nvSpPr>
          <p:cNvPr id="274" name="Google Shape;274;g3f1fba104c9_5_76"/>
          <p:cNvSpPr txBox="1"/>
          <p:nvPr/>
        </p:nvSpPr>
        <p:spPr>
          <a:xfrm>
            <a:off x="334000" y="1582125"/>
            <a:ext cx="8607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ko-KR" sz="3000" u="none" cap="none" strike="noStrike">
                <a:solidFill>
                  <a:schemeClr val="dk1"/>
                </a:solidFill>
                <a:latin typeface="Arial"/>
                <a:ea typeface="Arial"/>
                <a:cs typeface="Arial"/>
                <a:sym typeface="Arial"/>
              </a:rPr>
              <a:t>로마서 5장 11절</a:t>
            </a:r>
            <a:endParaRPr b="1"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3000" u="none" cap="none" strike="noStrike">
                <a:solidFill>
                  <a:schemeClr val="dk1"/>
                </a:solidFill>
                <a:latin typeface="Arial"/>
                <a:ea typeface="Arial"/>
                <a:cs typeface="Arial"/>
                <a:sym typeface="Arial"/>
              </a:rPr>
              <a:t>그뿐 아니라 이제 우리로 화목하게 하신 우리 주 예수 그리스도로 말미암아 하나님 안에서 또한 즐거워하느니라</a:t>
            </a:r>
            <a:endParaRPr b="0" i="0" sz="3000" u="none" cap="none" strike="noStrike">
              <a:solidFill>
                <a:schemeClr val="dk1"/>
              </a:solidFill>
              <a:latin typeface="Arial"/>
              <a:ea typeface="Arial"/>
              <a:cs typeface="Arial"/>
              <a:sym typeface="Arial"/>
            </a:endParaRPr>
          </a:p>
        </p:txBody>
      </p:sp>
      <p:sp>
        <p:nvSpPr>
          <p:cNvPr id="275" name="Google Shape;275;g3f1fba104c9_5_76"/>
          <p:cNvSpPr txBox="1"/>
          <p:nvPr/>
        </p:nvSpPr>
        <p:spPr>
          <a:xfrm>
            <a:off x="370500" y="4675321"/>
            <a:ext cx="8403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Romans 5:11</a:t>
            </a:r>
            <a:endParaRPr b="0" i="0" sz="22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ko-KR" sz="2200" u="none" cap="none" strike="noStrike">
                <a:solidFill>
                  <a:srgbClr val="888888"/>
                </a:solidFill>
                <a:latin typeface="Arial"/>
                <a:ea typeface="Arial"/>
                <a:cs typeface="Arial"/>
                <a:sym typeface="Arial"/>
              </a:rPr>
              <a:t>More than that, we also rejoice in God through our Lord Jesus Christ, through whom we have now received reconciliation.</a:t>
            </a:r>
            <a:endParaRPr b="0" i="0" sz="2200" u="none" cap="none" strike="noStrike">
              <a:solidFill>
                <a:srgbClr val="88888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f1fba104c9_5_83"/>
          <p:cNvSpPr txBox="1"/>
          <p:nvPr/>
        </p:nvSpPr>
        <p:spPr>
          <a:xfrm>
            <a:off x="758825" y="1184000"/>
            <a:ext cx="7909500" cy="143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5000"/>
              <a:buFont typeface="Arial"/>
              <a:buNone/>
            </a:pPr>
            <a:r>
              <a:rPr b="1" i="0" lang="ko-KR" sz="5000" u="none" cap="none" strike="noStrike">
                <a:solidFill>
                  <a:schemeClr val="dk1"/>
                </a:solidFill>
                <a:latin typeface="Arial"/>
                <a:ea typeface="Arial"/>
                <a:cs typeface="Arial"/>
                <a:sym typeface="Arial"/>
              </a:rPr>
              <a:t>설교</a:t>
            </a:r>
            <a:endParaRPr b="1" i="0" sz="5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0" lang="ko-KR" sz="3500" u="none" cap="none" strike="noStrike">
                <a:solidFill>
                  <a:schemeClr val="dk1"/>
                </a:solidFill>
                <a:latin typeface="Arial"/>
                <a:ea typeface="Arial"/>
                <a:cs typeface="Arial"/>
                <a:sym typeface="Arial"/>
              </a:rPr>
              <a:t>Sermon</a:t>
            </a:r>
            <a:endParaRPr b="0" i="0" sz="3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81" name="Google Shape;281;g3f1fba104c9_5_83"/>
          <p:cNvSpPr txBox="1"/>
          <p:nvPr/>
        </p:nvSpPr>
        <p:spPr>
          <a:xfrm>
            <a:off x="758825" y="3058100"/>
            <a:ext cx="7909500" cy="12801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100"/>
              <a:buFont typeface="Arial"/>
              <a:buNone/>
            </a:pPr>
            <a:r>
              <a:t/>
            </a:r>
            <a:endParaRPr b="0" i="0" sz="2800" u="none" cap="none" strike="noStrike">
              <a:solidFill>
                <a:schemeClr val="dk1"/>
              </a:solidFill>
              <a:latin typeface="Arial"/>
              <a:ea typeface="Arial"/>
              <a:cs typeface="Arial"/>
              <a:sym typeface="Arial"/>
            </a:endParaRPr>
          </a:p>
        </p:txBody>
      </p:sp>
      <p:sp>
        <p:nvSpPr>
          <p:cNvPr id="282" name="Google Shape;282;g3f1fba104c9_5_83"/>
          <p:cNvSpPr txBox="1"/>
          <p:nvPr/>
        </p:nvSpPr>
        <p:spPr>
          <a:xfrm>
            <a:off x="758825" y="5219250"/>
            <a:ext cx="7909500" cy="53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0" i="0" lang="ko-KR" sz="2700" u="none" cap="none" strike="noStrike">
                <a:solidFill>
                  <a:srgbClr val="666666"/>
                </a:solidFill>
                <a:latin typeface="Arial"/>
                <a:ea typeface="Arial"/>
                <a:cs typeface="Arial"/>
                <a:sym typeface="Arial"/>
              </a:rPr>
              <a:t>방태준 목사님</a:t>
            </a:r>
            <a:endParaRPr b="0" i="0" sz="2000" u="none" cap="none" strike="noStrike">
              <a:solidFill>
                <a:schemeClr val="dk1"/>
              </a:solidFill>
              <a:latin typeface="Arial"/>
              <a:ea typeface="Arial"/>
              <a:cs typeface="Arial"/>
              <a:sym typeface="Arial"/>
            </a:endParaRPr>
          </a:p>
        </p:txBody>
      </p:sp>
      <p:sp>
        <p:nvSpPr>
          <p:cNvPr id="283" name="Google Shape;283;g3f1fba104c9_5_8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ko-K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4" name="Google Shape;284;g3f1fba104c9_5_83"/>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ko-K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5" name="Google Shape;285;g3f1fba104c9_5_8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ko-K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6" name="Google Shape;286;g3f1fba104c9_5_83"/>
          <p:cNvSpPr txBox="1"/>
          <p:nvPr/>
        </p:nvSpPr>
        <p:spPr>
          <a:xfrm>
            <a:off x="758825" y="3058100"/>
            <a:ext cx="8385300" cy="12801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100"/>
              <a:buFont typeface="Arial"/>
              <a:buNone/>
            </a:pPr>
            <a:r>
              <a:rPr b="1" i="0" lang="ko-KR" sz="3600" u="none" cap="none" strike="noStrike">
                <a:solidFill>
                  <a:schemeClr val="dk1"/>
                </a:solidFill>
                <a:latin typeface="Arial"/>
                <a:ea typeface="Arial"/>
                <a:cs typeface="Arial"/>
                <a:sym typeface="Arial"/>
              </a:rPr>
              <a:t>하나님과 화평을 이루자</a:t>
            </a:r>
            <a:endParaRPr b="1" i="0" sz="3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ko-KR" sz="2800" u="none" cap="none" strike="noStrike">
                <a:solidFill>
                  <a:schemeClr val="dk1"/>
                </a:solidFill>
                <a:latin typeface="Arial"/>
                <a:ea typeface="Arial"/>
                <a:cs typeface="Arial"/>
                <a:sym typeface="Arial"/>
              </a:rPr>
              <a:t>로마서 5:1-11</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0" name="Shape 290"/>
        <p:cNvGrpSpPr/>
        <p:nvPr/>
      </p:nvGrpSpPr>
      <p:grpSpPr>
        <a:xfrm>
          <a:off x="0" y="0"/>
          <a:ext cx="0" cy="0"/>
          <a:chOff x="0" y="0"/>
          <a:chExt cx="0" cy="0"/>
        </a:xfrm>
      </p:grpSpPr>
      <p:sp>
        <p:nvSpPr>
          <p:cNvPr id="291" name="Google Shape;291;p54"/>
          <p:cNvSpPr txBox="1"/>
          <p:nvPr/>
        </p:nvSpPr>
        <p:spPr>
          <a:xfrm>
            <a:off x="678800" y="1891325"/>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기도</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ko-KR" sz="4000" u="none" cap="none" strike="noStrike">
                <a:solidFill>
                  <a:schemeClr val="dk1"/>
                </a:solidFill>
                <a:latin typeface="Arial"/>
                <a:ea typeface="Arial"/>
                <a:cs typeface="Arial"/>
                <a:sym typeface="Arial"/>
              </a:rPr>
              <a:t>Prayer</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55"/>
          <p:cNvSpPr txBox="1"/>
          <p:nvPr/>
        </p:nvSpPr>
        <p:spPr>
          <a:xfrm>
            <a:off x="678800" y="1891325"/>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광고</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ko-KR" sz="4000" u="none" cap="none" strike="noStrike">
                <a:solidFill>
                  <a:schemeClr val="dk1"/>
                </a:solidFill>
                <a:latin typeface="Arial"/>
                <a:ea typeface="Arial"/>
                <a:cs typeface="Arial"/>
                <a:sym typeface="Arial"/>
              </a:rPr>
              <a:t>Announcement</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6"/>
          <p:cNvSpPr txBox="1"/>
          <p:nvPr/>
        </p:nvSpPr>
        <p:spPr>
          <a:xfrm>
            <a:off x="395525" y="423245"/>
            <a:ext cx="8352900" cy="94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광고</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Announcements</a:t>
            </a:r>
            <a:endParaRPr b="1" i="0" sz="20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200" u="none" cap="none" strike="noStrike">
              <a:solidFill>
                <a:srgbClr val="999999"/>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303" name="Google Shape;303;p56"/>
          <p:cNvSpPr txBox="1"/>
          <p:nvPr/>
        </p:nvSpPr>
        <p:spPr>
          <a:xfrm>
            <a:off x="359050" y="1451473"/>
            <a:ext cx="8352900" cy="564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1" i="0" lang="ko-KR" sz="2800" u="none" cap="none" strike="noStrike">
                <a:solidFill>
                  <a:schemeClr val="dk1"/>
                </a:solidFill>
                <a:latin typeface="Arial"/>
                <a:ea typeface="Arial"/>
                <a:cs typeface="Arial"/>
                <a:sym typeface="Arial"/>
              </a:rPr>
              <a:t>1. &lt;새가족 환영&gt;</a:t>
            </a:r>
            <a:endParaRPr b="0" i="0" sz="2800" u="none" cap="none" strike="noStrike">
              <a:solidFill>
                <a:schemeClr val="dk1"/>
              </a:solidFill>
              <a:latin typeface="Arial"/>
              <a:ea typeface="Arial"/>
              <a:cs typeface="Arial"/>
              <a:sym typeface="Arial"/>
            </a:endParaRPr>
          </a:p>
        </p:txBody>
      </p:sp>
      <p:sp>
        <p:nvSpPr>
          <p:cNvPr id="304" name="Google Shape;304;p56"/>
          <p:cNvSpPr txBox="1"/>
          <p:nvPr/>
        </p:nvSpPr>
        <p:spPr>
          <a:xfrm>
            <a:off x="395525" y="2104399"/>
            <a:ext cx="8352900" cy="3730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ko-KR" sz="2500" u="none" cap="none" strike="noStrike">
                <a:solidFill>
                  <a:schemeClr val="dk1"/>
                </a:solidFill>
                <a:latin typeface="Arial"/>
                <a:ea typeface="Arial"/>
                <a:cs typeface="Arial"/>
                <a:sym typeface="Arial"/>
              </a:rPr>
              <a:t>오늘 처음 오신 분들을 진심으로 환영합니다!</a:t>
            </a:r>
            <a:endParaRPr b="0" i="0" sz="2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rPr b="0" i="0" lang="ko-KR" sz="2500" u="none" cap="none" strike="noStrike">
                <a:solidFill>
                  <a:schemeClr val="dk1"/>
                </a:solidFill>
                <a:latin typeface="Arial"/>
                <a:ea typeface="Arial"/>
                <a:cs typeface="Arial"/>
                <a:sym typeface="Arial"/>
              </a:rPr>
              <a:t>예배 후 본당에서 새가족팀</a:t>
            </a:r>
            <a:r>
              <a:rPr lang="ko-KR" sz="2500">
                <a:solidFill>
                  <a:schemeClr val="dk1"/>
                </a:solidFill>
              </a:rPr>
              <a:t>장</a:t>
            </a:r>
            <a:r>
              <a:rPr b="0" i="0" lang="ko-KR" sz="2500" u="none" cap="none" strike="noStrike">
                <a:solidFill>
                  <a:schemeClr val="dk1"/>
                </a:solidFill>
                <a:latin typeface="Arial"/>
                <a:ea typeface="Arial"/>
                <a:cs typeface="Arial"/>
                <a:sym typeface="Arial"/>
              </a:rPr>
              <a:t>을 만나주세요. </a:t>
            </a:r>
            <a:endParaRPr b="0" i="0" sz="2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t/>
            </a:r>
            <a:endParaRPr b="0" i="0" sz="25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f398a4d709_0_40"/>
          <p:cNvSpPr txBox="1"/>
          <p:nvPr/>
        </p:nvSpPr>
        <p:spPr>
          <a:xfrm>
            <a:off x="395525" y="423245"/>
            <a:ext cx="8352900" cy="94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광고</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Announcements</a:t>
            </a:r>
            <a:endParaRPr b="1" i="0" sz="20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200" u="none" cap="none" strike="noStrike">
              <a:solidFill>
                <a:srgbClr val="999999"/>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311" name="Google Shape;311;g3f398a4d709_0_40"/>
          <p:cNvSpPr txBox="1"/>
          <p:nvPr/>
        </p:nvSpPr>
        <p:spPr>
          <a:xfrm>
            <a:off x="359050" y="1451473"/>
            <a:ext cx="8352900" cy="564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1" lang="ko-KR" sz="2800">
                <a:solidFill>
                  <a:schemeClr val="dk1"/>
                </a:solidFill>
              </a:rPr>
              <a:t>2</a:t>
            </a:r>
            <a:r>
              <a:rPr b="1" i="0" lang="ko-KR" sz="2800" u="none" cap="none" strike="noStrike">
                <a:solidFill>
                  <a:schemeClr val="dk1"/>
                </a:solidFill>
                <a:latin typeface="Arial"/>
                <a:ea typeface="Arial"/>
                <a:cs typeface="Arial"/>
                <a:sym typeface="Arial"/>
              </a:rPr>
              <a:t>. &lt;</a:t>
            </a:r>
            <a:r>
              <a:rPr b="1" lang="ko-KR" sz="2800">
                <a:solidFill>
                  <a:schemeClr val="dk1"/>
                </a:solidFill>
              </a:rPr>
              <a:t>여름 수련회</a:t>
            </a:r>
            <a:r>
              <a:rPr b="1" i="0" lang="ko-KR" sz="2800" u="none" cap="none" strike="noStrike">
                <a:solidFill>
                  <a:schemeClr val="dk1"/>
                </a:solidFill>
                <a:latin typeface="Arial"/>
                <a:ea typeface="Arial"/>
                <a:cs typeface="Arial"/>
                <a:sym typeface="Arial"/>
              </a:rPr>
              <a:t>&gt;</a:t>
            </a:r>
            <a:endParaRPr b="1" i="0" sz="2800" u="none" cap="none" strike="noStrike">
              <a:solidFill>
                <a:schemeClr val="dk1"/>
              </a:solidFill>
              <a:latin typeface="Arial"/>
              <a:ea typeface="Arial"/>
              <a:cs typeface="Arial"/>
              <a:sym typeface="Arial"/>
            </a:endParaRPr>
          </a:p>
        </p:txBody>
      </p:sp>
      <p:sp>
        <p:nvSpPr>
          <p:cNvPr id="312" name="Google Shape;312;g3f398a4d709_0_40"/>
          <p:cNvSpPr txBox="1"/>
          <p:nvPr/>
        </p:nvSpPr>
        <p:spPr>
          <a:xfrm>
            <a:off x="480400" y="2104400"/>
            <a:ext cx="8352900" cy="3485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ko-KR" sz="2200">
                <a:solidFill>
                  <a:schemeClr val="dk1"/>
                </a:solidFill>
              </a:rPr>
              <a:t>은혜 가운데 여름수련회를 잘 마쳤습니다. 수련회에서 받은 은혜와 말씀을 마음에 품고, 보냄받은 각자의 일상 속에서 말씀을 붙잡고 살아가는 빛주사랑 공동체가 되기를 소망합니다. </a:t>
            </a:r>
            <a:endParaRPr sz="22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9"/>
          <p:cNvSpPr txBox="1"/>
          <p:nvPr/>
        </p:nvSpPr>
        <p:spPr>
          <a:xfrm>
            <a:off x="395525" y="423245"/>
            <a:ext cx="8352900" cy="94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광고</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Announcements</a:t>
            </a:r>
            <a:endParaRPr b="1" i="0" sz="20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200" u="none" cap="none" strike="noStrike">
              <a:solidFill>
                <a:srgbClr val="999999"/>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319" name="Google Shape;319;p59"/>
          <p:cNvSpPr txBox="1"/>
          <p:nvPr/>
        </p:nvSpPr>
        <p:spPr>
          <a:xfrm>
            <a:off x="359050" y="1451473"/>
            <a:ext cx="8352900" cy="564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1" lang="ko-KR" sz="2800">
                <a:solidFill>
                  <a:schemeClr val="dk1"/>
                </a:solidFill>
              </a:rPr>
              <a:t>3</a:t>
            </a:r>
            <a:r>
              <a:rPr b="1" i="0" lang="ko-KR" sz="2800" u="none" cap="none" strike="noStrike">
                <a:solidFill>
                  <a:schemeClr val="dk1"/>
                </a:solidFill>
                <a:latin typeface="Arial"/>
                <a:ea typeface="Arial"/>
                <a:cs typeface="Arial"/>
                <a:sym typeface="Arial"/>
              </a:rPr>
              <a:t>. &lt;</a:t>
            </a:r>
            <a:r>
              <a:rPr b="1" lang="ko-KR" sz="2800">
                <a:solidFill>
                  <a:schemeClr val="dk1"/>
                </a:solidFill>
              </a:rPr>
              <a:t>아르헨티나 선교</a:t>
            </a:r>
            <a:r>
              <a:rPr b="1" i="0" lang="ko-KR" sz="2800" u="none" cap="none" strike="noStrike">
                <a:solidFill>
                  <a:schemeClr val="dk1"/>
                </a:solidFill>
                <a:latin typeface="Arial"/>
                <a:ea typeface="Arial"/>
                <a:cs typeface="Arial"/>
                <a:sym typeface="Arial"/>
              </a:rPr>
              <a:t>&gt;</a:t>
            </a:r>
            <a:endParaRPr b="1" i="0" sz="2800" u="none" cap="none" strike="noStrike">
              <a:solidFill>
                <a:schemeClr val="dk1"/>
              </a:solidFill>
              <a:latin typeface="Arial"/>
              <a:ea typeface="Arial"/>
              <a:cs typeface="Arial"/>
              <a:sym typeface="Arial"/>
            </a:endParaRPr>
          </a:p>
        </p:txBody>
      </p:sp>
      <p:sp>
        <p:nvSpPr>
          <p:cNvPr id="320" name="Google Shape;320;p59"/>
          <p:cNvSpPr txBox="1"/>
          <p:nvPr/>
        </p:nvSpPr>
        <p:spPr>
          <a:xfrm>
            <a:off x="480400" y="2104400"/>
            <a:ext cx="8352900" cy="3485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ko-KR" sz="2200">
                <a:solidFill>
                  <a:schemeClr val="dk1"/>
                </a:solidFill>
              </a:rPr>
              <a:t>7월 15일-25일 아르헨티나 단기선교가 진행됩니다. 선교팀과 선교사역을 위해 많은 기도 부탁드립니다.</a:t>
            </a:r>
            <a:endParaRPr sz="22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f0caffb119_1_0"/>
          <p:cNvSpPr txBox="1"/>
          <p:nvPr/>
        </p:nvSpPr>
        <p:spPr>
          <a:xfrm>
            <a:off x="395525" y="423245"/>
            <a:ext cx="8352900" cy="94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광고</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Announcements</a:t>
            </a:r>
            <a:endParaRPr b="1" i="0" sz="20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200" u="none" cap="none" strike="noStrike">
              <a:solidFill>
                <a:srgbClr val="999999"/>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327" name="Google Shape;327;g3f0caffb119_1_0"/>
          <p:cNvSpPr txBox="1"/>
          <p:nvPr/>
        </p:nvSpPr>
        <p:spPr>
          <a:xfrm>
            <a:off x="359050" y="1451473"/>
            <a:ext cx="8352900" cy="564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1" lang="ko-KR" sz="2800">
                <a:solidFill>
                  <a:schemeClr val="dk1"/>
                </a:solidFill>
              </a:rPr>
              <a:t>4</a:t>
            </a:r>
            <a:r>
              <a:rPr b="1" i="0" lang="ko-KR" sz="2800" u="none" cap="none" strike="noStrike">
                <a:solidFill>
                  <a:schemeClr val="dk1"/>
                </a:solidFill>
                <a:latin typeface="Arial"/>
                <a:ea typeface="Arial"/>
                <a:cs typeface="Arial"/>
                <a:sym typeface="Arial"/>
              </a:rPr>
              <a:t>. &lt;중보기도 모임&gt;</a:t>
            </a:r>
            <a:endParaRPr b="1" i="0" sz="2800" u="none" cap="none" strike="noStrike">
              <a:solidFill>
                <a:schemeClr val="dk1"/>
              </a:solidFill>
              <a:latin typeface="Arial"/>
              <a:ea typeface="Arial"/>
              <a:cs typeface="Arial"/>
              <a:sym typeface="Arial"/>
            </a:endParaRPr>
          </a:p>
        </p:txBody>
      </p:sp>
      <p:sp>
        <p:nvSpPr>
          <p:cNvPr id="328" name="Google Shape;328;g3f0caffb119_1_0"/>
          <p:cNvSpPr txBox="1"/>
          <p:nvPr/>
        </p:nvSpPr>
        <p:spPr>
          <a:xfrm>
            <a:off x="480400" y="2104400"/>
            <a:ext cx="8663700" cy="4542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Char char="●"/>
            </a:pPr>
            <a:r>
              <a:rPr lang="ko-KR" sz="1800">
                <a:solidFill>
                  <a:schemeClr val="dk1"/>
                </a:solidFill>
              </a:rPr>
              <a:t>화요기도회</a:t>
            </a:r>
            <a:endParaRPr sz="1800">
              <a:solidFill>
                <a:schemeClr val="dk1"/>
              </a:solidFill>
            </a:endParaRPr>
          </a:p>
          <a:p>
            <a:pPr indent="-342900" lvl="1" marL="914400" marR="0" rtl="0" algn="l">
              <a:lnSpc>
                <a:spcPct val="150000"/>
              </a:lnSpc>
              <a:spcBef>
                <a:spcPts val="0"/>
              </a:spcBef>
              <a:spcAft>
                <a:spcPts val="0"/>
              </a:spcAft>
              <a:buClr>
                <a:schemeClr val="dk1"/>
              </a:buClr>
              <a:buSzPts val="1800"/>
              <a:buChar char="○"/>
            </a:pPr>
            <a:r>
              <a:rPr lang="ko-KR" sz="1800">
                <a:solidFill>
                  <a:schemeClr val="dk1"/>
                </a:solidFill>
              </a:rPr>
              <a:t>매주 화요일 저녁 8시 30분 교육관 2층에서 함께 모여 찬양과 기도로 주님을 깊이 만나는 은혜의 시간 되길 소망합니다. </a:t>
            </a:r>
            <a:endParaRPr sz="1800">
              <a:solidFill>
                <a:schemeClr val="dk1"/>
              </a:solidFill>
            </a:endParaRPr>
          </a:p>
          <a:p>
            <a:pPr indent="-342900" lvl="1" marL="914400" marR="0" rtl="0" algn="l">
              <a:lnSpc>
                <a:spcPct val="150000"/>
              </a:lnSpc>
              <a:spcBef>
                <a:spcPts val="0"/>
              </a:spcBef>
              <a:spcAft>
                <a:spcPts val="0"/>
              </a:spcAft>
              <a:buClr>
                <a:schemeClr val="dk1"/>
              </a:buClr>
              <a:buSzPts val="1800"/>
              <a:buChar char="○"/>
            </a:pPr>
            <a:r>
              <a:rPr lang="ko-KR" sz="1800">
                <a:solidFill>
                  <a:schemeClr val="dk1"/>
                </a:solidFill>
              </a:rPr>
              <a:t>기도회는 인도자가 있는 기도회와 인도자가 없는 자율기도회가 매주 번갈아 진행됩니다. 오는 화요일 (7일)은 </a:t>
            </a:r>
            <a:r>
              <a:rPr lang="ko-KR" sz="1800">
                <a:solidFill>
                  <a:schemeClr val="dk1"/>
                </a:solidFill>
              </a:rPr>
              <a:t>인도자 없는 기도회로 진행됩니다.</a:t>
            </a:r>
            <a:endParaRPr sz="1800">
              <a:solidFill>
                <a:schemeClr val="dk1"/>
              </a:solidFill>
            </a:endParaRPr>
          </a:p>
          <a:p>
            <a:pPr indent="-342900" lvl="0" marL="457200" marR="0" rtl="0" algn="l">
              <a:lnSpc>
                <a:spcPct val="150000"/>
              </a:lnSpc>
              <a:spcBef>
                <a:spcPts val="0"/>
              </a:spcBef>
              <a:spcAft>
                <a:spcPts val="0"/>
              </a:spcAft>
              <a:buClr>
                <a:schemeClr val="dk1"/>
              </a:buClr>
              <a:buSzPts val="1800"/>
              <a:buChar char="●"/>
            </a:pPr>
            <a:r>
              <a:rPr b="0" i="0" lang="ko-KR" sz="1800" u="none" cap="none" strike="noStrike">
                <a:solidFill>
                  <a:schemeClr val="dk1"/>
                </a:solidFill>
                <a:latin typeface="Arial"/>
                <a:ea typeface="Arial"/>
                <a:cs typeface="Arial"/>
                <a:sym typeface="Arial"/>
              </a:rPr>
              <a:t>예배전 중보기도모임</a:t>
            </a:r>
            <a:endParaRPr sz="1800">
              <a:solidFill>
                <a:schemeClr val="dk1"/>
              </a:solidFill>
            </a:endParaRPr>
          </a:p>
          <a:p>
            <a:pPr indent="-342900" lvl="1" marL="914400" marR="0" rtl="0" algn="l">
              <a:lnSpc>
                <a:spcPct val="150000"/>
              </a:lnSpc>
              <a:spcBef>
                <a:spcPts val="0"/>
              </a:spcBef>
              <a:spcAft>
                <a:spcPts val="0"/>
              </a:spcAft>
              <a:buClr>
                <a:schemeClr val="dk1"/>
              </a:buClr>
              <a:buSzPts val="1800"/>
              <a:buChar char="○"/>
            </a:pPr>
            <a:r>
              <a:rPr b="0" i="0" lang="ko-KR" sz="1800" u="none" cap="none" strike="noStrike">
                <a:solidFill>
                  <a:schemeClr val="dk1"/>
                </a:solidFill>
                <a:latin typeface="Arial"/>
                <a:ea typeface="Arial"/>
                <a:cs typeface="Arial"/>
                <a:sym typeface="Arial"/>
              </a:rPr>
              <a:t>매주 주일 예배 전 1시 30분에 자모실에서 중보기도 모임이 진행됩니다. 예배를 기도로 함께 준비하는 이 시간에 많은 참여 바랍니다.</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Char char="●"/>
            </a:pPr>
            <a:r>
              <a:rPr lang="ko-KR" sz="1800">
                <a:solidFill>
                  <a:schemeClr val="dk1"/>
                </a:solidFill>
              </a:rPr>
              <a:t>QR코드를 통해 목사님과 중보기도팀에게 중보기도가 필요한 </a:t>
            </a:r>
            <a:endParaRPr sz="1800">
              <a:solidFill>
                <a:schemeClr val="dk1"/>
              </a:solidFill>
            </a:endParaRPr>
          </a:p>
          <a:p>
            <a:pPr indent="0" lvl="0" marL="457200" marR="0" rtl="0" algn="l">
              <a:lnSpc>
                <a:spcPct val="150000"/>
              </a:lnSpc>
              <a:spcBef>
                <a:spcPts val="0"/>
              </a:spcBef>
              <a:spcAft>
                <a:spcPts val="0"/>
              </a:spcAft>
              <a:buNone/>
            </a:pPr>
            <a:r>
              <a:rPr lang="ko-KR" sz="1800">
                <a:solidFill>
                  <a:schemeClr val="dk1"/>
                </a:solidFill>
              </a:rPr>
              <a:t>기도 제목들을 적어주세요. 익명으로 가능합니다. 중보기도요청 링크는 </a:t>
            </a:r>
            <a:endParaRPr sz="1800">
              <a:solidFill>
                <a:schemeClr val="dk1"/>
              </a:solidFill>
            </a:endParaRPr>
          </a:p>
          <a:p>
            <a:pPr indent="0" lvl="0" marL="457200" marR="0" rtl="0" algn="l">
              <a:lnSpc>
                <a:spcPct val="150000"/>
              </a:lnSpc>
              <a:spcBef>
                <a:spcPts val="0"/>
              </a:spcBef>
              <a:spcAft>
                <a:spcPts val="0"/>
              </a:spcAft>
              <a:buNone/>
            </a:pPr>
            <a:r>
              <a:rPr lang="ko-KR" sz="1800">
                <a:solidFill>
                  <a:schemeClr val="dk1"/>
                </a:solidFill>
              </a:rPr>
              <a:t>모바일주보에도 있으니 참고 부탁드립니다.</a:t>
            </a:r>
            <a:endParaRPr sz="1800">
              <a:solidFill>
                <a:schemeClr val="dk1"/>
              </a:solidFill>
            </a:endParaRPr>
          </a:p>
        </p:txBody>
      </p:sp>
      <p:pic>
        <p:nvPicPr>
          <p:cNvPr id="329" name="Google Shape;329;g3f0caffb119_1_0"/>
          <p:cNvPicPr preferRelativeResize="0"/>
          <p:nvPr/>
        </p:nvPicPr>
        <p:blipFill>
          <a:blip r:embed="rId3">
            <a:alphaModFix/>
          </a:blip>
          <a:stretch>
            <a:fillRect/>
          </a:stretch>
        </p:blipFill>
        <p:spPr>
          <a:xfrm>
            <a:off x="7398175" y="5112175"/>
            <a:ext cx="1693299" cy="16932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eefb87a8d7_0_10"/>
          <p:cNvSpPr txBox="1"/>
          <p:nvPr/>
        </p:nvSpPr>
        <p:spPr>
          <a:xfrm>
            <a:off x="395525" y="423245"/>
            <a:ext cx="8352900" cy="94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광고</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chemeClr val="dk1"/>
                </a:solidFill>
                <a:latin typeface="Arial"/>
                <a:ea typeface="Arial"/>
                <a:cs typeface="Arial"/>
                <a:sym typeface="Arial"/>
              </a:rPr>
              <a:t>Announcements</a:t>
            </a:r>
            <a:endParaRPr b="1" i="0" sz="20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200" u="none" cap="none" strike="noStrike">
              <a:solidFill>
                <a:srgbClr val="999999"/>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336" name="Google Shape;336;g3eefb87a8d7_0_10"/>
          <p:cNvSpPr txBox="1"/>
          <p:nvPr/>
        </p:nvSpPr>
        <p:spPr>
          <a:xfrm>
            <a:off x="359050" y="1451473"/>
            <a:ext cx="8352900" cy="564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1" lang="ko-KR" sz="2800">
                <a:solidFill>
                  <a:schemeClr val="dk1"/>
                </a:solidFill>
              </a:rPr>
              <a:t>5</a:t>
            </a:r>
            <a:r>
              <a:rPr b="1" i="0" lang="ko-KR" sz="2800" u="none" cap="none" strike="noStrike">
                <a:solidFill>
                  <a:schemeClr val="dk1"/>
                </a:solidFill>
                <a:latin typeface="Arial"/>
                <a:ea typeface="Arial"/>
                <a:cs typeface="Arial"/>
                <a:sym typeface="Arial"/>
              </a:rPr>
              <a:t>. &lt;</a:t>
            </a:r>
            <a:r>
              <a:rPr b="1" lang="ko-KR" sz="2800">
                <a:solidFill>
                  <a:schemeClr val="dk1"/>
                </a:solidFill>
              </a:rPr>
              <a:t>양육 프로그램</a:t>
            </a:r>
            <a:r>
              <a:rPr b="1" i="0" lang="ko-KR" sz="2800" u="none" cap="none" strike="noStrike">
                <a:solidFill>
                  <a:schemeClr val="dk1"/>
                </a:solidFill>
                <a:latin typeface="Arial"/>
                <a:ea typeface="Arial"/>
                <a:cs typeface="Arial"/>
                <a:sym typeface="Arial"/>
              </a:rPr>
              <a:t>&gt;</a:t>
            </a:r>
            <a:endParaRPr b="1" i="0" sz="2800" u="none" cap="none" strike="noStrike">
              <a:solidFill>
                <a:schemeClr val="dk1"/>
              </a:solidFill>
              <a:latin typeface="Arial"/>
              <a:ea typeface="Arial"/>
              <a:cs typeface="Arial"/>
              <a:sym typeface="Arial"/>
            </a:endParaRPr>
          </a:p>
        </p:txBody>
      </p:sp>
      <p:sp>
        <p:nvSpPr>
          <p:cNvPr id="337" name="Google Shape;337;g3eefb87a8d7_0_10"/>
          <p:cNvSpPr txBox="1"/>
          <p:nvPr/>
        </p:nvSpPr>
        <p:spPr>
          <a:xfrm>
            <a:off x="480400" y="2104400"/>
            <a:ext cx="8352900" cy="45423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ko-KR" sz="2300">
                <a:solidFill>
                  <a:schemeClr val="dk1"/>
                </a:solidFill>
              </a:rPr>
              <a:t>이형직 멘토님께서 맡아주시는 화요성경공부가 계속 진행되고 있습니다.</a:t>
            </a:r>
            <a:endParaRPr sz="2300">
              <a:solidFill>
                <a:schemeClr val="dk1"/>
              </a:solidFill>
            </a:endParaRPr>
          </a:p>
          <a:p>
            <a:pPr indent="-374650" lvl="0" marL="457200" rtl="0" algn="l">
              <a:lnSpc>
                <a:spcPct val="150000"/>
              </a:lnSpc>
              <a:spcBef>
                <a:spcPts val="0"/>
              </a:spcBef>
              <a:spcAft>
                <a:spcPts val="0"/>
              </a:spcAft>
              <a:buClr>
                <a:schemeClr val="dk1"/>
              </a:buClr>
              <a:buSzPts val="2300"/>
              <a:buChar char="●"/>
            </a:pPr>
            <a:r>
              <a:rPr lang="ko-KR" sz="2300">
                <a:solidFill>
                  <a:schemeClr val="dk1"/>
                </a:solidFill>
              </a:rPr>
              <a:t>담당: 이형직 멘토님</a:t>
            </a:r>
            <a:endParaRPr sz="2300">
              <a:solidFill>
                <a:schemeClr val="dk1"/>
              </a:solidFill>
            </a:endParaRPr>
          </a:p>
          <a:p>
            <a:pPr indent="-374650" lvl="0" marL="457200" rtl="0" algn="l">
              <a:lnSpc>
                <a:spcPct val="150000"/>
              </a:lnSpc>
              <a:spcBef>
                <a:spcPts val="0"/>
              </a:spcBef>
              <a:spcAft>
                <a:spcPts val="0"/>
              </a:spcAft>
              <a:buClr>
                <a:schemeClr val="dk1"/>
              </a:buClr>
              <a:buSzPts val="2300"/>
              <a:buChar char="●"/>
            </a:pPr>
            <a:r>
              <a:rPr lang="ko-KR" sz="2300">
                <a:solidFill>
                  <a:schemeClr val="dk1"/>
                </a:solidFill>
              </a:rPr>
              <a:t>요일: 격주 화요일 (다음 공부 7월 14일</a:t>
            </a:r>
            <a:r>
              <a:rPr lang="ko-KR" sz="2300">
                <a:solidFill>
                  <a:schemeClr val="dk1"/>
                </a:solidFill>
              </a:rPr>
              <a:t>)</a:t>
            </a:r>
            <a:endParaRPr sz="2300">
              <a:solidFill>
                <a:schemeClr val="dk1"/>
              </a:solidFill>
            </a:endParaRPr>
          </a:p>
          <a:p>
            <a:pPr indent="-374650" lvl="0" marL="457200" rtl="0" algn="l">
              <a:lnSpc>
                <a:spcPct val="150000"/>
              </a:lnSpc>
              <a:spcBef>
                <a:spcPts val="0"/>
              </a:spcBef>
              <a:spcAft>
                <a:spcPts val="0"/>
              </a:spcAft>
              <a:buClr>
                <a:schemeClr val="dk1"/>
              </a:buClr>
              <a:buSzPts val="2300"/>
              <a:buChar char="●"/>
            </a:pPr>
            <a:r>
              <a:rPr lang="ko-KR" sz="2300">
                <a:solidFill>
                  <a:schemeClr val="dk1"/>
                </a:solidFill>
              </a:rPr>
              <a:t>시간: 6:30PM 저녁식사, 7PM-8:30PM 성경공부</a:t>
            </a:r>
            <a:endParaRPr sz="2300">
              <a:solidFill>
                <a:schemeClr val="dk1"/>
              </a:solidFill>
            </a:endParaRPr>
          </a:p>
          <a:p>
            <a:pPr indent="-374650" lvl="0" marL="457200" rtl="0" algn="l">
              <a:lnSpc>
                <a:spcPct val="150000"/>
              </a:lnSpc>
              <a:spcBef>
                <a:spcPts val="0"/>
              </a:spcBef>
              <a:spcAft>
                <a:spcPts val="0"/>
              </a:spcAft>
              <a:buClr>
                <a:schemeClr val="dk1"/>
              </a:buClr>
              <a:buSzPts val="2300"/>
              <a:buChar char="●"/>
            </a:pPr>
            <a:r>
              <a:rPr lang="ko-KR" sz="2300">
                <a:solidFill>
                  <a:schemeClr val="dk1"/>
                </a:solidFill>
              </a:rPr>
              <a:t>장소: 교회 지하친교실</a:t>
            </a:r>
            <a:endParaRPr sz="2300">
              <a:solidFill>
                <a:schemeClr val="dk1"/>
              </a:solidFill>
            </a:endParaRPr>
          </a:p>
          <a:p>
            <a:pPr indent="-374650" lvl="0" marL="457200" rtl="0" algn="l">
              <a:lnSpc>
                <a:spcPct val="150000"/>
              </a:lnSpc>
              <a:spcBef>
                <a:spcPts val="0"/>
              </a:spcBef>
              <a:spcAft>
                <a:spcPts val="0"/>
              </a:spcAft>
              <a:buClr>
                <a:schemeClr val="dk1"/>
              </a:buClr>
              <a:buSzPts val="2300"/>
              <a:buChar char="●"/>
            </a:pPr>
            <a:r>
              <a:rPr lang="ko-KR" sz="2300">
                <a:solidFill>
                  <a:schemeClr val="dk1"/>
                </a:solidFill>
              </a:rPr>
              <a:t>문의: 이형직 멘토님, 대청부 임원단</a:t>
            </a:r>
            <a:endParaRPr sz="2300">
              <a:solidFill>
                <a:schemeClr val="dk1"/>
              </a:solidFill>
            </a:endParaRPr>
          </a:p>
          <a:p>
            <a:pPr indent="0" lvl="0" marL="0" marR="0" rtl="0" algn="l">
              <a:lnSpc>
                <a:spcPct val="150000"/>
              </a:lnSpc>
              <a:spcBef>
                <a:spcPts val="0"/>
              </a:spcBef>
              <a:spcAft>
                <a:spcPts val="0"/>
              </a:spcAft>
              <a:buNone/>
            </a:pPr>
            <a:r>
              <a:t/>
            </a:r>
            <a:endParaRPr sz="23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62"/>
          <p:cNvPicPr preferRelativeResize="0"/>
          <p:nvPr/>
        </p:nvPicPr>
        <p:blipFill rotWithShape="1">
          <a:blip r:embed="rId3">
            <a:alphaModFix/>
          </a:blip>
          <a:srcRect b="0" l="0" r="0" t="0"/>
          <a:stretch/>
        </p:blipFill>
        <p:spPr>
          <a:xfrm>
            <a:off x="-1180750" y="683075"/>
            <a:ext cx="11432501" cy="6174925"/>
          </a:xfrm>
          <a:prstGeom prst="rect">
            <a:avLst/>
          </a:prstGeom>
          <a:noFill/>
          <a:ln>
            <a:noFill/>
          </a:ln>
        </p:spPr>
      </p:pic>
      <p:sp>
        <p:nvSpPr>
          <p:cNvPr id="344" name="Google Shape;344;p62"/>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62"/>
          <p:cNvSpPr txBox="1"/>
          <p:nvPr/>
        </p:nvSpPr>
        <p:spPr>
          <a:xfrm>
            <a:off x="657750" y="1184250"/>
            <a:ext cx="7442700" cy="371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200"/>
              <a:buFont typeface="Arial"/>
              <a:buNone/>
            </a:pPr>
            <a:r>
              <a:rPr b="1" i="0" lang="ko-KR" sz="4200" u="none" cap="none" strike="noStrike">
                <a:solidFill>
                  <a:schemeClr val="dk1"/>
                </a:solidFill>
                <a:latin typeface="Arial"/>
                <a:ea typeface="Arial"/>
                <a:cs typeface="Arial"/>
                <a:sym typeface="Arial"/>
              </a:rPr>
              <a:t>공동체 고백송</a:t>
            </a:r>
            <a:endParaRPr b="1" i="0" sz="282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400"/>
              <a:buFont typeface="Arial"/>
              <a:buNone/>
            </a:pPr>
            <a:r>
              <a:rPr b="0" i="0" lang="ko-KR" sz="3400" u="none" cap="none" strike="noStrike">
                <a:solidFill>
                  <a:schemeClr val="dk1"/>
                </a:solidFill>
                <a:latin typeface="Arial"/>
                <a:ea typeface="Arial"/>
                <a:cs typeface="Arial"/>
                <a:sym typeface="Arial"/>
              </a:rPr>
              <a:t>“Celebrate the Light”</a:t>
            </a:r>
            <a:endParaRPr b="0" i="0" sz="3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400"/>
              <a:buFont typeface="Arial"/>
              <a:buNone/>
            </a:pPr>
            <a:r>
              <a:t/>
            </a:r>
            <a:endParaRPr b="0" i="1" sz="34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400"/>
              <a:buFont typeface="Arial"/>
              <a:buNone/>
            </a:pPr>
            <a:r>
              <a:t/>
            </a:r>
            <a:endParaRPr b="0" i="1" sz="34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600"/>
              <a:buFont typeface="Arial"/>
              <a:buNone/>
            </a:pPr>
            <a:r>
              <a:rPr b="0" i="1" lang="ko-KR" sz="2600" u="none" cap="none" strike="noStrike">
                <a:solidFill>
                  <a:srgbClr val="666666"/>
                </a:solidFill>
                <a:latin typeface="Arial"/>
                <a:ea typeface="Arial"/>
                <a:cs typeface="Arial"/>
                <a:sym typeface="Arial"/>
              </a:rPr>
              <a:t>**자리에서 일어나 함께 고백하고 서로 축복해요!</a:t>
            </a:r>
            <a:endParaRPr b="0" i="1" sz="1200" u="none" cap="none" strike="noStrike">
              <a:solidFill>
                <a:srgbClr val="666666"/>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400"/>
              <a:buFont typeface="Arial"/>
              <a:buNone/>
            </a:pPr>
            <a:r>
              <a:t/>
            </a:r>
            <a:endParaRPr b="0" i="0" sz="3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3"/>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352" name="Google Shape;352;p63"/>
          <p:cNvSpPr txBox="1"/>
          <p:nvPr/>
        </p:nvSpPr>
        <p:spPr>
          <a:xfrm>
            <a:off x="0" y="2009925"/>
            <a:ext cx="91440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3800" u="none" cap="none" strike="noStrike">
                <a:solidFill>
                  <a:schemeClr val="dk1"/>
                </a:solidFill>
                <a:latin typeface="Arial"/>
                <a:ea typeface="Arial"/>
                <a:cs typeface="Arial"/>
                <a:sym typeface="Arial"/>
              </a:rPr>
              <a:t>우리에게 임하신 그의 빛으로 난</a:t>
            </a:r>
            <a:endParaRPr b="0" i="0" sz="38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3800" u="none" cap="none" strike="noStrike">
                <a:solidFill>
                  <a:schemeClr val="dk1"/>
                </a:solidFill>
                <a:latin typeface="Arial"/>
                <a:ea typeface="Arial"/>
                <a:cs typeface="Arial"/>
                <a:sym typeface="Arial"/>
              </a:rPr>
              <a:t>내 안의 어둠 사라져 새롭게 됐네</a:t>
            </a:r>
            <a:endParaRPr b="0" i="0" sz="38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3800" u="none" cap="none" strike="noStrike">
                <a:solidFill>
                  <a:schemeClr val="dk1"/>
                </a:solidFill>
                <a:latin typeface="Arial"/>
                <a:ea typeface="Arial"/>
                <a:cs typeface="Arial"/>
                <a:sym typeface="Arial"/>
              </a:rPr>
              <a:t>주가 날 사랑하니 더 이상 난 숨지 않으리</a:t>
            </a:r>
            <a:endParaRPr b="0" i="0" sz="38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3800" u="none" cap="none" strike="noStrike">
                <a:solidFill>
                  <a:schemeClr val="dk1"/>
                </a:solidFill>
                <a:latin typeface="Arial"/>
                <a:ea typeface="Arial"/>
                <a:cs typeface="Arial"/>
                <a:sym typeface="Arial"/>
              </a:rPr>
              <a:t>주가 내게 오셔서 행하신 일 찬양해 (찬양해)</a:t>
            </a:r>
            <a:endParaRPr b="0" i="0" sz="3800" u="none" cap="none" strike="noStrike">
              <a:solidFill>
                <a:schemeClr val="dk1"/>
              </a:solidFill>
              <a:latin typeface="Arial"/>
              <a:ea typeface="Arial"/>
              <a:cs typeface="Arial"/>
              <a:sym typeface="Arial"/>
            </a:endParaRPr>
          </a:p>
        </p:txBody>
      </p:sp>
      <p:sp>
        <p:nvSpPr>
          <p:cNvPr id="353" name="Google Shape;353;p63"/>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Celebrate the Light</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4"/>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360" name="Google Shape;360;p64"/>
          <p:cNvSpPr txBox="1"/>
          <p:nvPr/>
        </p:nvSpPr>
        <p:spPr>
          <a:xfrm>
            <a:off x="0" y="2127400"/>
            <a:ext cx="91440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Celebrate the light 온 세상 비추네</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Celebrate the light 기쁨의 춤 추네</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Celebrate the light 영원한 노래로</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높여 찬양해 오 주를 기뻐해</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Celebrate the light</a:t>
            </a:r>
            <a:endParaRPr b="0" i="0" sz="4100" u="none" cap="none" strike="noStrike">
              <a:solidFill>
                <a:schemeClr val="dk1"/>
              </a:solidFill>
              <a:latin typeface="Arial"/>
              <a:ea typeface="Arial"/>
              <a:cs typeface="Arial"/>
              <a:sym typeface="Arial"/>
            </a:endParaRPr>
          </a:p>
        </p:txBody>
      </p:sp>
      <p:sp>
        <p:nvSpPr>
          <p:cNvPr id="361" name="Google Shape;361;p64"/>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Celebrate the Light</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5"/>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367" name="Google Shape;367;p65"/>
          <p:cNvSpPr txBox="1"/>
          <p:nvPr/>
        </p:nvSpPr>
        <p:spPr>
          <a:xfrm>
            <a:off x="416250" y="4569200"/>
            <a:ext cx="8311500" cy="681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ko-KR" sz="3200" u="none" cap="none" strike="noStrike">
                <a:solidFill>
                  <a:srgbClr val="444444"/>
                </a:solidFill>
                <a:latin typeface="Arial"/>
                <a:ea typeface="Arial"/>
                <a:cs typeface="Arial"/>
                <a:sym typeface="Arial"/>
              </a:rPr>
              <a:t>Happy Lord’s Day</a:t>
            </a:r>
            <a:endParaRPr b="1" i="1" sz="3200" u="none" cap="none" strike="noStrike">
              <a:solidFill>
                <a:srgbClr val="444444"/>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1" sz="1400" u="none" cap="none" strike="noStrike">
              <a:solidFill>
                <a:srgbClr val="444444"/>
              </a:solidFill>
              <a:latin typeface="Arial"/>
              <a:ea typeface="Arial"/>
              <a:cs typeface="Arial"/>
              <a:sym typeface="Arial"/>
            </a:endParaRPr>
          </a:p>
        </p:txBody>
      </p:sp>
      <p:sp>
        <p:nvSpPr>
          <p:cNvPr id="368" name="Google Shape;368;p65"/>
          <p:cNvSpPr txBox="1"/>
          <p:nvPr/>
        </p:nvSpPr>
        <p:spPr>
          <a:xfrm>
            <a:off x="3143550" y="5174300"/>
            <a:ext cx="2856900" cy="831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ko-KR" sz="2000" u="none" cap="none" strike="noStrike">
                <a:solidFill>
                  <a:schemeClr val="dk1"/>
                </a:solidFill>
                <a:latin typeface="Arial"/>
                <a:ea typeface="Arial"/>
                <a:cs typeface="Arial"/>
                <a:sym typeface="Arial"/>
              </a:rPr>
              <a:t>빛주사랑 대학청년부</a:t>
            </a:r>
            <a:endParaRPr b="0" i="0" sz="2000" u="none" cap="none" strike="noStrike">
              <a:solidFill>
                <a:schemeClr val="dk1"/>
              </a:solidFill>
              <a:latin typeface="Arial"/>
              <a:ea typeface="Arial"/>
              <a:cs typeface="Arial"/>
              <a:sym typeface="Arial"/>
            </a:endParaRPr>
          </a:p>
        </p:txBody>
      </p:sp>
      <p:pic>
        <p:nvPicPr>
          <p:cNvPr id="369" name="Google Shape;369;p65"/>
          <p:cNvPicPr preferRelativeResize="0"/>
          <p:nvPr/>
        </p:nvPicPr>
        <p:blipFill rotWithShape="1">
          <a:blip r:embed="rId3">
            <a:alphaModFix/>
          </a:blip>
          <a:srcRect b="0" l="0" r="0" t="0"/>
          <a:stretch/>
        </p:blipFill>
        <p:spPr>
          <a:xfrm>
            <a:off x="309888" y="1103048"/>
            <a:ext cx="8451237" cy="34108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66"/>
          <p:cNvSpPr txBox="1"/>
          <p:nvPr/>
        </p:nvSpPr>
        <p:spPr>
          <a:xfrm>
            <a:off x="678800" y="1891325"/>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송별</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0" lang="ko-KR" sz="3500" u="none" cap="none" strike="noStrike">
                <a:solidFill>
                  <a:schemeClr val="dk1"/>
                </a:solidFill>
                <a:latin typeface="Arial"/>
                <a:ea typeface="Arial"/>
                <a:cs typeface="Arial"/>
                <a:sym typeface="Arial"/>
              </a:rPr>
              <a:t>Farewell</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67"/>
          <p:cNvPicPr preferRelativeResize="0"/>
          <p:nvPr/>
        </p:nvPicPr>
        <p:blipFill rotWithShape="1">
          <a:blip r:embed="rId3">
            <a:alphaModFix/>
          </a:blip>
          <a:srcRect b="0" l="0" r="0" t="0"/>
          <a:stretch/>
        </p:blipFill>
        <p:spPr>
          <a:xfrm>
            <a:off x="-1180750" y="683075"/>
            <a:ext cx="11432501" cy="6174925"/>
          </a:xfrm>
          <a:prstGeom prst="rect">
            <a:avLst/>
          </a:prstGeom>
          <a:noFill/>
          <a:ln>
            <a:noFill/>
          </a:ln>
        </p:spPr>
      </p:pic>
      <p:sp>
        <p:nvSpPr>
          <p:cNvPr id="381" name="Google Shape;381;p67"/>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67"/>
          <p:cNvSpPr txBox="1"/>
          <p:nvPr/>
        </p:nvSpPr>
        <p:spPr>
          <a:xfrm>
            <a:off x="923275" y="2948100"/>
            <a:ext cx="7546200" cy="954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ko-KR" sz="5000" u="none" cap="none" strike="noStrike">
                <a:solidFill>
                  <a:schemeClr val="dk2"/>
                </a:solidFill>
                <a:latin typeface="Arial"/>
                <a:ea typeface="Arial"/>
                <a:cs typeface="Arial"/>
                <a:sym typeface="Arial"/>
              </a:rPr>
              <a:t>하나님의 사랑이</a:t>
            </a:r>
            <a:endParaRPr b="1" i="0" sz="5000" u="none" cap="none" strike="noStrike">
              <a:solidFill>
                <a:schemeClr val="dk2"/>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8"/>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389" name="Google Shape;389;p68"/>
          <p:cNvSpPr txBox="1"/>
          <p:nvPr/>
        </p:nvSpPr>
        <p:spPr>
          <a:xfrm>
            <a:off x="510901" y="1843948"/>
            <a:ext cx="81222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하나님의 사랑이 당신의 삶 가운데</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가득하기를 축복합니다</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하나님의 은혜가 우리 가운데 </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가득하길 기도합니다</a:t>
            </a:r>
            <a:endParaRPr b="0" i="0" sz="4100" u="none" cap="none" strike="noStrike">
              <a:solidFill>
                <a:schemeClr val="dk1"/>
              </a:solidFill>
              <a:latin typeface="Arial"/>
              <a:ea typeface="Arial"/>
              <a:cs typeface="Arial"/>
              <a:sym typeface="Arial"/>
            </a:endParaRPr>
          </a:p>
        </p:txBody>
      </p:sp>
      <p:sp>
        <p:nvSpPr>
          <p:cNvPr id="390" name="Google Shape;390;p68"/>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하나님의 사랑이</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p69"/>
          <p:cNvPicPr preferRelativeResize="0"/>
          <p:nvPr/>
        </p:nvPicPr>
        <p:blipFill rotWithShape="1">
          <a:blip r:embed="rId3">
            <a:alphaModFix/>
          </a:blip>
          <a:srcRect b="0" l="0" r="0" t="0"/>
          <a:stretch/>
        </p:blipFill>
        <p:spPr>
          <a:xfrm>
            <a:off x="-1180750" y="683075"/>
            <a:ext cx="11432501" cy="6174925"/>
          </a:xfrm>
          <a:prstGeom prst="rect">
            <a:avLst/>
          </a:prstGeom>
          <a:noFill/>
          <a:ln>
            <a:noFill/>
          </a:ln>
        </p:spPr>
      </p:pic>
      <p:sp>
        <p:nvSpPr>
          <p:cNvPr id="397" name="Google Shape;397;p69"/>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69"/>
          <p:cNvSpPr txBox="1"/>
          <p:nvPr/>
        </p:nvSpPr>
        <p:spPr>
          <a:xfrm>
            <a:off x="923275" y="2948100"/>
            <a:ext cx="7546200" cy="954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ko-KR" sz="5000" u="none" cap="none" strike="noStrike">
                <a:solidFill>
                  <a:schemeClr val="dk2"/>
                </a:solidFill>
                <a:latin typeface="Arial"/>
                <a:ea typeface="Arial"/>
                <a:cs typeface="Arial"/>
                <a:sym typeface="Arial"/>
              </a:rPr>
              <a:t>야곱의 축복</a:t>
            </a:r>
            <a:endParaRPr b="1" i="0" sz="5000" u="none" cap="none" strike="noStrike">
              <a:solidFill>
                <a:schemeClr val="dk2"/>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70"/>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405" name="Google Shape;405;p70"/>
          <p:cNvSpPr txBox="1"/>
          <p:nvPr/>
        </p:nvSpPr>
        <p:spPr>
          <a:xfrm>
            <a:off x="474401" y="1843948"/>
            <a:ext cx="81222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너는 담장 너머로 뻗은 나무</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가지에 푸른 열매처럼</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하나님의 귀한 축복이 삶에</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가득히 넘쳐날거야</a:t>
            </a:r>
            <a:endParaRPr b="0" i="0" sz="4100" u="none" cap="none" strike="noStrike">
              <a:solidFill>
                <a:schemeClr val="dk1"/>
              </a:solidFill>
              <a:latin typeface="Arial"/>
              <a:ea typeface="Arial"/>
              <a:cs typeface="Arial"/>
              <a:sym typeface="Arial"/>
            </a:endParaRPr>
          </a:p>
        </p:txBody>
      </p:sp>
      <p:sp>
        <p:nvSpPr>
          <p:cNvPr id="406" name="Google Shape;406;p70"/>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야곱의 축복</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71"/>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413" name="Google Shape;413;p71"/>
          <p:cNvSpPr txBox="1"/>
          <p:nvPr/>
        </p:nvSpPr>
        <p:spPr>
          <a:xfrm>
            <a:off x="474401" y="1843948"/>
            <a:ext cx="81222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너는 어떤 시련이 와도 능히</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이겨낼 강한 팔이 있어</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전능하신 하나님께서</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너와 언제나 함께하시니</a:t>
            </a:r>
            <a:endParaRPr b="0" i="0" sz="4100" u="none" cap="none" strike="noStrike">
              <a:solidFill>
                <a:schemeClr val="dk1"/>
              </a:solidFill>
              <a:latin typeface="Arial"/>
              <a:ea typeface="Arial"/>
              <a:cs typeface="Arial"/>
              <a:sym typeface="Arial"/>
            </a:endParaRPr>
          </a:p>
        </p:txBody>
      </p:sp>
      <p:sp>
        <p:nvSpPr>
          <p:cNvPr id="414" name="Google Shape;414;p71"/>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야곱의 축복</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2"/>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421" name="Google Shape;421;p72"/>
          <p:cNvSpPr txBox="1"/>
          <p:nvPr/>
        </p:nvSpPr>
        <p:spPr>
          <a:xfrm>
            <a:off x="474401" y="1843948"/>
            <a:ext cx="81222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너는 하나님의 사람</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아름다운 하나님의 사람</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나는 널 위해 기도하며</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네 길을 축복할거야</a:t>
            </a:r>
            <a:endParaRPr b="0" i="0" sz="4100" u="none" cap="none" strike="noStrike">
              <a:solidFill>
                <a:schemeClr val="dk1"/>
              </a:solidFill>
              <a:latin typeface="Arial"/>
              <a:ea typeface="Arial"/>
              <a:cs typeface="Arial"/>
              <a:sym typeface="Arial"/>
            </a:endParaRPr>
          </a:p>
        </p:txBody>
      </p:sp>
      <p:sp>
        <p:nvSpPr>
          <p:cNvPr id="422" name="Google Shape;422;p72"/>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야곱의 축복</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3"/>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429" name="Google Shape;429;p73"/>
          <p:cNvSpPr txBox="1"/>
          <p:nvPr/>
        </p:nvSpPr>
        <p:spPr>
          <a:xfrm>
            <a:off x="474401" y="1843948"/>
            <a:ext cx="81222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너는 하나님의 선물</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사랑스런 하나님의 열매</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주의 품에 꽃 피운</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ko-KR" sz="4100" u="none" cap="none" strike="noStrike">
                <a:solidFill>
                  <a:schemeClr val="dk1"/>
                </a:solidFill>
                <a:latin typeface="Arial"/>
                <a:ea typeface="Arial"/>
                <a:cs typeface="Arial"/>
                <a:sym typeface="Arial"/>
              </a:rPr>
              <a:t>나무가 되어줘</a:t>
            </a:r>
            <a:endParaRPr b="0" i="0" sz="4100" u="none" cap="none" strike="noStrike">
              <a:solidFill>
                <a:schemeClr val="dk1"/>
              </a:solidFill>
              <a:latin typeface="Arial"/>
              <a:ea typeface="Arial"/>
              <a:cs typeface="Arial"/>
              <a:sym typeface="Arial"/>
            </a:endParaRPr>
          </a:p>
        </p:txBody>
      </p:sp>
      <p:sp>
        <p:nvSpPr>
          <p:cNvPr id="430" name="Google Shape;430;p73"/>
          <p:cNvSpPr txBox="1"/>
          <p:nvPr/>
        </p:nvSpPr>
        <p:spPr>
          <a:xfrm>
            <a:off x="152400" y="152400"/>
            <a:ext cx="3748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0" i="0" lang="ko-KR" sz="2300" u="none" cap="none" strike="noStrike">
                <a:solidFill>
                  <a:schemeClr val="dk1"/>
                </a:solidFill>
                <a:latin typeface="Arial"/>
                <a:ea typeface="Arial"/>
                <a:cs typeface="Arial"/>
                <a:sym typeface="Arial"/>
              </a:rPr>
              <a:t>야곱의 축복</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74"/>
          <p:cNvSpPr txBox="1"/>
          <p:nvPr/>
        </p:nvSpPr>
        <p:spPr>
          <a:xfrm>
            <a:off x="678800" y="1891325"/>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헌금</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ko-KR" sz="3600" u="none" cap="none" strike="noStrike">
                <a:solidFill>
                  <a:schemeClr val="dk1"/>
                </a:solidFill>
                <a:latin typeface="Arial"/>
                <a:ea typeface="Arial"/>
                <a:cs typeface="Arial"/>
                <a:sym typeface="Arial"/>
              </a:rPr>
              <a:t>Offering</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436" name="Google Shape;436;p74"/>
          <p:cNvPicPr preferRelativeResize="0"/>
          <p:nvPr/>
        </p:nvPicPr>
        <p:blipFill rotWithShape="1">
          <a:blip r:embed="rId3">
            <a:alphaModFix/>
          </a:blip>
          <a:srcRect b="0" l="0" r="0" t="0"/>
          <a:stretch/>
        </p:blipFill>
        <p:spPr>
          <a:xfrm>
            <a:off x="-96650" y="-50450"/>
            <a:ext cx="9294876" cy="69872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0" name="Shape 440"/>
        <p:cNvGrpSpPr/>
        <p:nvPr/>
      </p:nvGrpSpPr>
      <p:grpSpPr>
        <a:xfrm>
          <a:off x="0" y="0"/>
          <a:ext cx="0" cy="0"/>
          <a:chOff x="0" y="0"/>
          <a:chExt cx="0" cy="0"/>
        </a:xfrm>
      </p:grpSpPr>
      <p:sp>
        <p:nvSpPr>
          <p:cNvPr id="441" name="Google Shape;441;p75"/>
          <p:cNvSpPr txBox="1"/>
          <p:nvPr/>
        </p:nvSpPr>
        <p:spPr>
          <a:xfrm>
            <a:off x="786000" y="2203350"/>
            <a:ext cx="7572000" cy="245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500"/>
              <a:buFont typeface="Arial"/>
              <a:buNone/>
            </a:pPr>
            <a:r>
              <a:rPr b="1" i="0" lang="ko-KR" sz="4500" u="none" cap="none" strike="noStrike">
                <a:solidFill>
                  <a:schemeClr val="dk1"/>
                </a:solidFill>
                <a:latin typeface="Arial"/>
                <a:ea typeface="Arial"/>
                <a:cs typeface="Arial"/>
                <a:sym typeface="Arial"/>
              </a:rPr>
              <a:t>생일 축하드립니다!!</a:t>
            </a:r>
            <a:endParaRPr b="1" i="0" sz="4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0" lang="ko-KR" sz="3500" u="none" cap="none" strike="noStrike">
                <a:solidFill>
                  <a:schemeClr val="dk1"/>
                </a:solidFill>
                <a:latin typeface="Arial"/>
                <a:ea typeface="Arial"/>
                <a:cs typeface="Arial"/>
                <a:sym typeface="Arial"/>
              </a:rPr>
              <a:t>Happy Birthday!!</a:t>
            </a:r>
            <a:endParaRPr b="0" i="0" sz="3500" u="none" cap="none" strike="noStrike">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p76"/>
          <p:cNvSpPr txBox="1"/>
          <p:nvPr/>
        </p:nvSpPr>
        <p:spPr>
          <a:xfrm>
            <a:off x="786000" y="2203350"/>
            <a:ext cx="7572000" cy="245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500"/>
              <a:buFont typeface="Arial"/>
              <a:buNone/>
            </a:pPr>
            <a:r>
              <a:rPr b="1" i="0" lang="ko-KR" sz="4500" u="none" cap="none" strike="noStrike">
                <a:solidFill>
                  <a:schemeClr val="dk1"/>
                </a:solidFill>
                <a:latin typeface="Arial"/>
                <a:ea typeface="Arial"/>
                <a:cs typeface="Arial"/>
                <a:sym typeface="Arial"/>
              </a:rPr>
              <a:t>동산지기</a:t>
            </a:r>
            <a:endParaRPr b="1" i="0" sz="4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0" lang="ko-KR" sz="3500" u="none" cap="none" strike="noStrike">
                <a:solidFill>
                  <a:schemeClr val="dk1"/>
                </a:solidFill>
                <a:latin typeface="Arial"/>
                <a:ea typeface="Arial"/>
                <a:cs typeface="Arial"/>
                <a:sym typeface="Arial"/>
              </a:rPr>
              <a:t>인사 및 감사</a:t>
            </a:r>
            <a:endParaRPr b="0" i="0" sz="3500" u="none" cap="none" strike="noStrik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0" name="Shape 450"/>
        <p:cNvGrpSpPr/>
        <p:nvPr/>
      </p:nvGrpSpPr>
      <p:grpSpPr>
        <a:xfrm>
          <a:off x="0" y="0"/>
          <a:ext cx="0" cy="0"/>
          <a:chOff x="0" y="0"/>
          <a:chExt cx="0" cy="0"/>
        </a:xfrm>
      </p:grpSpPr>
      <p:sp>
        <p:nvSpPr>
          <p:cNvPr id="451" name="Google Shape;451;p77"/>
          <p:cNvSpPr txBox="1"/>
          <p:nvPr/>
        </p:nvSpPr>
        <p:spPr>
          <a:xfrm>
            <a:off x="786000" y="2203350"/>
            <a:ext cx="7572000" cy="245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500"/>
              <a:buFont typeface="Arial"/>
              <a:buNone/>
            </a:pPr>
            <a:r>
              <a:rPr b="1" i="0" lang="ko-KR" sz="4500" u="none" cap="none" strike="noStrike">
                <a:solidFill>
                  <a:schemeClr val="dk1"/>
                </a:solidFill>
                <a:latin typeface="Arial"/>
                <a:ea typeface="Arial"/>
                <a:cs typeface="Arial"/>
                <a:sym typeface="Arial"/>
              </a:rPr>
              <a:t>졸업</a:t>
            </a:r>
            <a:endParaRPr b="1" i="0" sz="4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0" lang="ko-KR" sz="3500" u="none" cap="none" strike="noStrike">
                <a:solidFill>
                  <a:schemeClr val="dk1"/>
                </a:solidFill>
                <a:latin typeface="Arial"/>
                <a:ea typeface="Arial"/>
                <a:cs typeface="Arial"/>
                <a:sym typeface="Arial"/>
              </a:rPr>
              <a:t>Graduation</a:t>
            </a:r>
            <a:endParaRPr b="0" i="0" sz="2900" u="none" cap="none" strike="noStrike">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78"/>
          <p:cNvSpPr txBox="1"/>
          <p:nvPr/>
        </p:nvSpPr>
        <p:spPr>
          <a:xfrm>
            <a:off x="678800" y="1891325"/>
            <a:ext cx="7572000" cy="38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chemeClr val="dk1"/>
                </a:solidFill>
                <a:latin typeface="Arial"/>
                <a:ea typeface="Arial"/>
                <a:cs typeface="Arial"/>
                <a:sym typeface="Arial"/>
              </a:rPr>
              <a:t>환영합니다</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0" lang="ko-KR" sz="3500" u="none" cap="none" strike="noStrike">
                <a:solidFill>
                  <a:schemeClr val="dk1"/>
                </a:solidFill>
                <a:latin typeface="Arial"/>
                <a:ea typeface="Arial"/>
                <a:cs typeface="Arial"/>
                <a:sym typeface="Arial"/>
              </a:rPr>
              <a:t>Welcome!</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80"/>
          <p:cNvPicPr preferRelativeResize="0"/>
          <p:nvPr/>
        </p:nvPicPr>
        <p:blipFill rotWithShape="1">
          <a:blip r:embed="rId3">
            <a:alphaModFix/>
          </a:blip>
          <a:srcRect b="0" l="0" r="0" t="0"/>
          <a:stretch/>
        </p:blipFill>
        <p:spPr>
          <a:xfrm>
            <a:off x="-1180750" y="683075"/>
            <a:ext cx="11432501" cy="6174925"/>
          </a:xfrm>
          <a:prstGeom prst="rect">
            <a:avLst/>
          </a:prstGeom>
          <a:noFill/>
          <a:ln>
            <a:noFill/>
          </a:ln>
        </p:spPr>
      </p:pic>
      <p:sp>
        <p:nvSpPr>
          <p:cNvPr id="463" name="Google Shape;463;p80"/>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80"/>
          <p:cNvSpPr txBox="1"/>
          <p:nvPr/>
        </p:nvSpPr>
        <p:spPr>
          <a:xfrm>
            <a:off x="923275" y="2948100"/>
            <a:ext cx="7546200" cy="954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ko-KR" sz="5000" u="none" cap="none" strike="noStrike">
                <a:solidFill>
                  <a:schemeClr val="dk2"/>
                </a:solidFill>
                <a:latin typeface="Arial"/>
                <a:ea typeface="Arial"/>
                <a:cs typeface="Arial"/>
                <a:sym typeface="Arial"/>
              </a:rPr>
              <a:t>하나님께서 당신을 통해</a:t>
            </a:r>
            <a:endParaRPr b="1" i="0" sz="5000" u="none" cap="none" strike="noStrike">
              <a:solidFill>
                <a:schemeClr val="dk2"/>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81"/>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470" name="Google Shape;470;p81"/>
          <p:cNvSpPr txBox="1"/>
          <p:nvPr/>
        </p:nvSpPr>
        <p:spPr>
          <a:xfrm>
            <a:off x="546840" y="1843952"/>
            <a:ext cx="79773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하나님께서 당신을 통해</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메마른 땅에 샘물 나게 하시기를</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가난한 영혼 목마른 영혼</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당신을 통해 주 사랑 알기 원하네</a:t>
            </a:r>
            <a:endParaRPr b="0" i="0" sz="4100" u="none" cap="none" strike="noStrike">
              <a:solidFill>
                <a:schemeClr val="dk1"/>
              </a:solidFill>
              <a:latin typeface="Arial"/>
              <a:ea typeface="Arial"/>
              <a:cs typeface="Arial"/>
              <a:sym typeface="Arial"/>
            </a:endParaRPr>
          </a:p>
        </p:txBody>
      </p:sp>
      <p:sp>
        <p:nvSpPr>
          <p:cNvPr id="471" name="Google Shape;471;p81"/>
          <p:cNvSpPr txBox="1"/>
          <p:nvPr/>
        </p:nvSpPr>
        <p:spPr>
          <a:xfrm>
            <a:off x="152400" y="152400"/>
            <a:ext cx="45726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ko-KR" sz="2000" u="none" cap="none" strike="noStrike">
                <a:solidFill>
                  <a:schemeClr val="dk1"/>
                </a:solidFill>
                <a:latin typeface="Arial"/>
                <a:ea typeface="Arial"/>
                <a:cs typeface="Arial"/>
                <a:sym typeface="Arial"/>
              </a:rPr>
              <a:t>하나님께서 당신을 통해</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83"/>
          <p:cNvPicPr preferRelativeResize="0"/>
          <p:nvPr/>
        </p:nvPicPr>
        <p:blipFill rotWithShape="1">
          <a:blip r:embed="rId3">
            <a:alphaModFix/>
          </a:blip>
          <a:srcRect b="0" l="0" r="0" t="0"/>
          <a:stretch/>
        </p:blipFill>
        <p:spPr>
          <a:xfrm>
            <a:off x="-1180750" y="683075"/>
            <a:ext cx="11432501" cy="6174925"/>
          </a:xfrm>
          <a:prstGeom prst="rect">
            <a:avLst/>
          </a:prstGeom>
          <a:noFill/>
          <a:ln>
            <a:noFill/>
          </a:ln>
        </p:spPr>
      </p:pic>
      <p:sp>
        <p:nvSpPr>
          <p:cNvPr id="478" name="Google Shape;478;p83"/>
          <p:cNvSpPr/>
          <p:nvPr/>
        </p:nvSpPr>
        <p:spPr>
          <a:xfrm>
            <a:off x="6789975" y="258525"/>
            <a:ext cx="2190900" cy="1143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83"/>
          <p:cNvSpPr txBox="1"/>
          <p:nvPr/>
        </p:nvSpPr>
        <p:spPr>
          <a:xfrm>
            <a:off x="923275" y="2948100"/>
            <a:ext cx="7546200" cy="1723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ko-KR" sz="5000" u="none" cap="none" strike="noStrike">
                <a:solidFill>
                  <a:schemeClr val="dk2"/>
                </a:solidFill>
                <a:latin typeface="Arial"/>
                <a:ea typeface="Arial"/>
                <a:cs typeface="Arial"/>
                <a:sym typeface="Arial"/>
              </a:rPr>
              <a:t>당신은 하나님의</a:t>
            </a:r>
            <a:endParaRPr b="1" i="0" sz="5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0"/>
              <a:buFont typeface="Arial"/>
              <a:buNone/>
            </a:pPr>
            <a:r>
              <a:rPr b="1" i="0" lang="ko-KR" sz="5000" u="none" cap="none" strike="noStrike">
                <a:solidFill>
                  <a:schemeClr val="dk2"/>
                </a:solidFill>
                <a:latin typeface="Arial"/>
                <a:ea typeface="Arial"/>
                <a:cs typeface="Arial"/>
                <a:sym typeface="Arial"/>
              </a:rPr>
              <a:t>언약 안에</a:t>
            </a:r>
            <a:endParaRPr b="1" i="0" sz="5000" u="none" cap="none" strike="noStrike">
              <a:solidFill>
                <a:schemeClr val="dk2"/>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4"/>
          <p:cNvSpPr txBox="1"/>
          <p:nvPr/>
        </p:nvSpPr>
        <p:spPr>
          <a:xfrm>
            <a:off x="0" y="0"/>
            <a:ext cx="2594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ko-KR" sz="2400" u="none" cap="none" strike="noStrike">
                <a:solidFill>
                  <a:schemeClr val="lt1"/>
                </a:solidFill>
                <a:latin typeface="Nanum Brush Script"/>
                <a:ea typeface="Nanum Brush Script"/>
                <a:cs typeface="Nanum Brush Script"/>
                <a:sym typeface="Nanum Brush Script"/>
              </a:rPr>
              <a:t>우리 모일 때 주 성령 임하리</a:t>
            </a:r>
            <a:endParaRPr b="1" i="0" sz="2400" u="none" cap="none" strike="noStrike">
              <a:solidFill>
                <a:schemeClr val="lt1"/>
              </a:solidFill>
              <a:latin typeface="Nanum Brush Script"/>
              <a:ea typeface="Nanum Brush Script"/>
              <a:cs typeface="Nanum Brush Script"/>
              <a:sym typeface="Nanum Brush Script"/>
            </a:endParaRPr>
          </a:p>
        </p:txBody>
      </p:sp>
      <p:sp>
        <p:nvSpPr>
          <p:cNvPr id="485" name="Google Shape;485;p84"/>
          <p:cNvSpPr txBox="1"/>
          <p:nvPr/>
        </p:nvSpPr>
        <p:spPr>
          <a:xfrm>
            <a:off x="546790" y="1843952"/>
            <a:ext cx="7977300" cy="31701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당신은 하나님의</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 언약 안에 있는 축복의 통로 </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당신을 통하여서 열방이 </a:t>
            </a:r>
            <a:endParaRPr b="0" i="0" sz="4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4100"/>
              <a:buFont typeface="Arial"/>
              <a:buNone/>
            </a:pPr>
            <a:r>
              <a:rPr b="0" i="0" lang="ko-KR" sz="4100" u="none" cap="none" strike="noStrike">
                <a:solidFill>
                  <a:schemeClr val="dk1"/>
                </a:solidFill>
                <a:latin typeface="Arial"/>
                <a:ea typeface="Arial"/>
                <a:cs typeface="Arial"/>
                <a:sym typeface="Arial"/>
              </a:rPr>
              <a:t>주께 돌아오게되리</a:t>
            </a:r>
            <a:endParaRPr b="0" i="0" sz="4100" u="none" cap="none" strike="noStrike">
              <a:solidFill>
                <a:schemeClr val="dk1"/>
              </a:solidFill>
              <a:latin typeface="Arial"/>
              <a:ea typeface="Arial"/>
              <a:cs typeface="Arial"/>
              <a:sym typeface="Arial"/>
            </a:endParaRPr>
          </a:p>
        </p:txBody>
      </p:sp>
      <p:sp>
        <p:nvSpPr>
          <p:cNvPr id="486" name="Google Shape;486;p84"/>
          <p:cNvSpPr txBox="1"/>
          <p:nvPr/>
        </p:nvSpPr>
        <p:spPr>
          <a:xfrm>
            <a:off x="152400" y="152400"/>
            <a:ext cx="45726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ko-KR" sz="2000" u="none" cap="none" strike="noStrike">
                <a:solidFill>
                  <a:schemeClr val="dk1"/>
                </a:solidFill>
                <a:latin typeface="Arial"/>
                <a:ea typeface="Arial"/>
                <a:cs typeface="Arial"/>
                <a:sym typeface="Arial"/>
              </a:rPr>
              <a:t>당신은 하나님의 언약 안에</a:t>
            </a:r>
            <a:endParaRPr b="0" i="0" sz="20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