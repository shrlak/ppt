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57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57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ebdffb24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daebdffb24_3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ebdffb24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daebdffb24_3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ebdffb24_3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daebdffb24_3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title="logo 1.jpeg"/>
          <p:cNvPicPr preferRelativeResize="0"/>
          <p:nvPr/>
        </p:nvPicPr>
        <p:blipFill rotWithShape="1">
          <a:blip r:embed="rId2">
            <a:alphaModFix/>
          </a:blip>
          <a:srcRect b="25367" l="0" r="0" t="22736"/>
          <a:stretch/>
        </p:blipFill>
        <p:spPr>
          <a:xfrm>
            <a:off x="7016550" y="134550"/>
            <a:ext cx="2041974" cy="7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39750" y="3581400"/>
            <a:ext cx="75720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ko-KR" sz="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{{RANGE_KO}}</a:t>
            </a:r>
            <a:endParaRPr b="1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{{RANGE_EN}}</a:t>
            </a:r>
            <a:endParaRPr b="1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839750" y="1598700"/>
            <a:ext cx="28173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성경 말씀 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Bible verse</a:t>
            </a:r>
            <a:endParaRPr b="0" i="0" sz="27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34000" y="1274336"/>
            <a:ext cx="840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34000" y="212325"/>
            <a:ext cx="431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{{RANGE_KO}}</a:t>
            </a:r>
            <a:endParaRPr b="0" i="0" sz="2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{{RANGE_EN}}</a:t>
            </a:r>
            <a:endParaRPr b="0" i="0" sz="2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34000" y="1582125"/>
            <a:ext cx="860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{{TITLE}} {{CHAP}}장 {{PARA}}절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{{BODY}}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70500" y="4675321"/>
            <a:ext cx="8403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{{ETITLE}} {{CHAP}}:{{PARA}}</a:t>
            </a:r>
            <a:endParaRPr b="0" i="0" sz="2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{{BODY2}}</a:t>
            </a:r>
            <a:endParaRPr b="0" i="0" sz="2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758825" y="1184000"/>
            <a:ext cx="79095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ko-KR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설교</a:t>
            </a:r>
            <a:endParaRPr b="1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ko-KR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Sermon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58825" y="3058100"/>
            <a:ext cx="7909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758825" y="5219250"/>
            <a:ext cx="790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ko-KR" sz="2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방태준 목사님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58825" y="3058100"/>
            <a:ext cx="83853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{{SERMON_TITLE}}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{{RANGE_KO}}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