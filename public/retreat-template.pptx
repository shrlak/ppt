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sldIdLst>
    <p:sldId id="257" r:id="rId901"/>
    <p:sldId id="258" r:id="rId902"/>
    <p:sldId id="259" r:id="rId903"/>
    <p:sldId id="260" r:id="rId904"/>
    <p:sldId id="261" r:id="rId905"/>
    <p:sldId id="262" r:id="rId906"/>
    <p:sldId id="263" r:id="rId907"/>
    <p:sldId id="264" r:id="rId908"/>
    <p:sldId id="265" r:id="rId909"/>
    <p:sldId id="266" r:id="rId910"/>
    <p:sldId id="267" r:id="rId911"/>
    <p:sldId id="268" r:id="rId912"/>
    <p:sldId id="269" r:id="rId9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27CF36-01DD-4EBA-BA7A-D80C3C0006A9}">
  <a:tblStyle styleId="{6C27CF36-01DD-4EBA-BA7A-D80C3C0006A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901" Type="http://schemas.openxmlformats.org/officeDocument/2006/relationships/slide" Target="slides/slide1.xml"/><Relationship Id="rId902" Type="http://schemas.openxmlformats.org/officeDocument/2006/relationships/slide" Target="slides/slide2.xml"/><Relationship Id="rId903" Type="http://schemas.openxmlformats.org/officeDocument/2006/relationships/slide" Target="slides/slide3.xml"/><Relationship Id="rId904" Type="http://schemas.openxmlformats.org/officeDocument/2006/relationships/slide" Target="slides/slide4.xml"/><Relationship Id="rId905" Type="http://schemas.openxmlformats.org/officeDocument/2006/relationships/slide" Target="slides/slide5.xml"/><Relationship Id="rId906" Type="http://schemas.openxmlformats.org/officeDocument/2006/relationships/slide" Target="slides/slide6.xml"/><Relationship Id="rId907" Type="http://schemas.openxmlformats.org/officeDocument/2006/relationships/slide" Target="slides/slide7.xml"/><Relationship Id="rId908" Type="http://schemas.openxmlformats.org/officeDocument/2006/relationships/slide" Target="slides/slide8.xml"/><Relationship Id="rId909" Type="http://schemas.openxmlformats.org/officeDocument/2006/relationships/slide" Target="slides/slide9.xml"/><Relationship Id="rId910" Type="http://schemas.openxmlformats.org/officeDocument/2006/relationships/slide" Target="slides/slide10.xml"/><Relationship Id="rId911" Type="http://schemas.openxmlformats.org/officeDocument/2006/relationships/slide" Target="slides/slide11.xml"/><Relationship Id="rId912" Type="http://schemas.openxmlformats.org/officeDocument/2006/relationships/slide" Target="slides/slide12.xml"/><Relationship Id="rId913" Type="http://schemas.openxmlformats.org/officeDocument/2006/relationships/slide" Target="slides/slide13.xml"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6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6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6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6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6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5"/>
          <p:cNvSpPr txBox="1"/>
          <p:nvPr>
            <p:ph type="ctrTitle"/>
          </p:nvPr>
        </p:nvSpPr>
        <p:spPr>
          <a:xfrm>
            <a:off x="1143000" y="1122363"/>
            <a:ext cx="6858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5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55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5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7"/>
          <p:cNvSpPr txBox="1"/>
          <p:nvPr>
            <p:ph type="title"/>
          </p:nvPr>
        </p:nvSpPr>
        <p:spPr>
          <a:xfrm>
            <a:off x="623888" y="1709738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7"/>
          <p:cNvSpPr txBox="1"/>
          <p:nvPr>
            <p:ph idx="1" type="body"/>
          </p:nvPr>
        </p:nvSpPr>
        <p:spPr>
          <a:xfrm>
            <a:off x="623888" y="4589463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7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7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7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8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8"/>
          <p:cNvSpPr txBox="1"/>
          <p:nvPr>
            <p:ph idx="1" type="body"/>
          </p:nvPr>
        </p:nvSpPr>
        <p:spPr>
          <a:xfrm>
            <a:off x="6286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8"/>
          <p:cNvSpPr txBox="1"/>
          <p:nvPr>
            <p:ph idx="2" type="body"/>
          </p:nvPr>
        </p:nvSpPr>
        <p:spPr>
          <a:xfrm>
            <a:off x="46291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8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8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9"/>
          <p:cNvSpPr txBox="1"/>
          <p:nvPr>
            <p:ph type="title"/>
          </p:nvPr>
        </p:nvSpPr>
        <p:spPr>
          <a:xfrm>
            <a:off x="629841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9"/>
          <p:cNvSpPr txBox="1"/>
          <p:nvPr>
            <p:ph idx="1" type="body"/>
          </p:nvPr>
        </p:nvSpPr>
        <p:spPr>
          <a:xfrm>
            <a:off x="629841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9"/>
          <p:cNvSpPr txBox="1"/>
          <p:nvPr>
            <p:ph idx="2" type="body"/>
          </p:nvPr>
        </p:nvSpPr>
        <p:spPr>
          <a:xfrm>
            <a:off x="629841" y="2505075"/>
            <a:ext cx="3868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9"/>
          <p:cNvSpPr txBox="1"/>
          <p:nvPr>
            <p:ph idx="4" type="body"/>
          </p:nvPr>
        </p:nvSpPr>
        <p:spPr>
          <a:xfrm>
            <a:off x="4629150" y="2505075"/>
            <a:ext cx="38874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9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9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0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0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0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0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1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1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2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1" type="body"/>
          </p:nvPr>
        </p:nvSpPr>
        <p:spPr>
          <a:xfrm>
            <a:off x="3887391" y="987425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2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2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2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3"/>
          <p:cNvSpPr/>
          <p:nvPr>
            <p:ph idx="2" type="pic"/>
          </p:nvPr>
        </p:nvSpPr>
        <p:spPr>
          <a:xfrm>
            <a:off x="3887391" y="987425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3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3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3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3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4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4"/>
          <p:cNvSpPr txBox="1"/>
          <p:nvPr>
            <p:ph idx="1" type="body"/>
          </p:nvPr>
        </p:nvSpPr>
        <p:spPr>
          <a:xfrm rot="5400000">
            <a:off x="2396400" y="57875"/>
            <a:ext cx="4351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4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4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5"/>
          <p:cNvSpPr txBox="1"/>
          <p:nvPr>
            <p:ph type="title"/>
          </p:nvPr>
        </p:nvSpPr>
        <p:spPr>
          <a:xfrm rot="5400000">
            <a:off x="4623600" y="2285275"/>
            <a:ext cx="5811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" type="body"/>
          </p:nvPr>
        </p:nvSpPr>
        <p:spPr>
          <a:xfrm rot="5400000">
            <a:off x="623025" y="370675"/>
            <a:ext cx="58119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5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5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5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abc7edaee_0_100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2abc7edaee_0_100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g32abc7edaee_0_100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2abc7edaee_0_100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2abc7edaee_0_100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abc7edaee_0_94"/>
          <p:cNvSpPr txBox="1"/>
          <p:nvPr>
            <p:ph type="ctrTitle"/>
          </p:nvPr>
        </p:nvSpPr>
        <p:spPr>
          <a:xfrm>
            <a:off x="1143000" y="1122363"/>
            <a:ext cx="6858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2abc7edaee_0_94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g32abc7edaee_0_94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2abc7edaee_0_94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2abc7edaee_0_94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abc7edaee_0_106"/>
          <p:cNvSpPr txBox="1"/>
          <p:nvPr>
            <p:ph type="title"/>
          </p:nvPr>
        </p:nvSpPr>
        <p:spPr>
          <a:xfrm>
            <a:off x="623888" y="1709738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2abc7edaee_0_106"/>
          <p:cNvSpPr txBox="1"/>
          <p:nvPr>
            <p:ph idx="1" type="body"/>
          </p:nvPr>
        </p:nvSpPr>
        <p:spPr>
          <a:xfrm>
            <a:off x="623888" y="4589463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g32abc7edaee_0_106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2abc7edaee_0_106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2abc7edaee_0_106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bc7edaee_0_112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2abc7edaee_0_112"/>
          <p:cNvSpPr txBox="1"/>
          <p:nvPr>
            <p:ph idx="1" type="body"/>
          </p:nvPr>
        </p:nvSpPr>
        <p:spPr>
          <a:xfrm>
            <a:off x="6286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g32abc7edaee_0_112"/>
          <p:cNvSpPr txBox="1"/>
          <p:nvPr>
            <p:ph idx="2" type="body"/>
          </p:nvPr>
        </p:nvSpPr>
        <p:spPr>
          <a:xfrm>
            <a:off x="46291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g32abc7edaee_0_112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2abc7edaee_0_112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2abc7edaee_0_112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abc7edaee_0_119"/>
          <p:cNvSpPr txBox="1"/>
          <p:nvPr>
            <p:ph type="title"/>
          </p:nvPr>
        </p:nvSpPr>
        <p:spPr>
          <a:xfrm>
            <a:off x="629841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2abc7edaee_0_119"/>
          <p:cNvSpPr txBox="1"/>
          <p:nvPr>
            <p:ph idx="1" type="body"/>
          </p:nvPr>
        </p:nvSpPr>
        <p:spPr>
          <a:xfrm>
            <a:off x="629841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g32abc7edaee_0_119"/>
          <p:cNvSpPr txBox="1"/>
          <p:nvPr>
            <p:ph idx="2" type="body"/>
          </p:nvPr>
        </p:nvSpPr>
        <p:spPr>
          <a:xfrm>
            <a:off x="629841" y="2505075"/>
            <a:ext cx="3868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2abc7edaee_0_119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32abc7edaee_0_119"/>
          <p:cNvSpPr txBox="1"/>
          <p:nvPr>
            <p:ph idx="4" type="body"/>
          </p:nvPr>
        </p:nvSpPr>
        <p:spPr>
          <a:xfrm>
            <a:off x="4629150" y="2505075"/>
            <a:ext cx="38874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2abc7edaee_0_119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2abc7edaee_0_119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2abc7edaee_0_119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abc7edaee_0_128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2abc7edaee_0_128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2abc7edaee_0_128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2abc7edaee_0_128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abc7edaee_0_133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2abc7edaee_0_133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2abc7edaee_0_133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abc7edaee_0_137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2abc7edaee_0_137"/>
          <p:cNvSpPr txBox="1"/>
          <p:nvPr>
            <p:ph idx="1" type="body"/>
          </p:nvPr>
        </p:nvSpPr>
        <p:spPr>
          <a:xfrm>
            <a:off x="3887391" y="987425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2abc7edaee_0_137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g32abc7edaee_0_137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2abc7edaee_0_137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2abc7edaee_0_137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abc7edaee_0_144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2abc7edaee_0_144"/>
          <p:cNvSpPr/>
          <p:nvPr>
            <p:ph idx="2" type="pic"/>
          </p:nvPr>
        </p:nvSpPr>
        <p:spPr>
          <a:xfrm>
            <a:off x="3887391" y="987425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2abc7edaee_0_144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g32abc7edaee_0_144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2abc7edaee_0_144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2abc7edaee_0_144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abc7edaee_0_151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2abc7edaee_0_151"/>
          <p:cNvSpPr txBox="1"/>
          <p:nvPr>
            <p:ph idx="1" type="body"/>
          </p:nvPr>
        </p:nvSpPr>
        <p:spPr>
          <a:xfrm rot="5400000">
            <a:off x="2396400" y="57875"/>
            <a:ext cx="4351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2abc7edaee_0_151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2abc7edaee_0_151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2abc7edaee_0_151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abc7edaee_0_157"/>
          <p:cNvSpPr txBox="1"/>
          <p:nvPr>
            <p:ph type="title"/>
          </p:nvPr>
        </p:nvSpPr>
        <p:spPr>
          <a:xfrm rot="5400000">
            <a:off x="4623600" y="2285275"/>
            <a:ext cx="5811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2abc7edaee_0_157"/>
          <p:cNvSpPr txBox="1"/>
          <p:nvPr>
            <p:ph idx="1" type="body"/>
          </p:nvPr>
        </p:nvSpPr>
        <p:spPr>
          <a:xfrm rot="5400000">
            <a:off x="623025" y="370675"/>
            <a:ext cx="58119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2abc7edaee_0_157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2abc7edaee_0_157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2abc7edaee_0_157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4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4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abc7edaee_0_88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2abc7edaee_0_88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2abc7edaee_0_88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2abc7edaee_0_88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2abc7edaee_0_88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4BEA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2abc7edaee_0_242" title="Screenshot 2026-01-17 at 12.47.13 AM.png"/>
          <p:cNvPicPr preferRelativeResize="0"/>
          <p:nvPr/>
        </p:nvPicPr>
        <p:blipFill rotWithShape="1">
          <a:blip r:embed="rId3">
            <a:alphaModFix/>
          </a:blip>
          <a:srcRect b="4443" l="0" r="0" t="0"/>
          <a:stretch/>
        </p:blipFill>
        <p:spPr>
          <a:xfrm>
            <a:off x="1934000" y="0"/>
            <a:ext cx="527597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/>
          <p:nvPr/>
        </p:nvSpPr>
        <p:spPr>
          <a:xfrm>
            <a:off x="0" y="1743078"/>
            <a:ext cx="9144000" cy="33861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/>
          <p:nvPr>
            <p:ph type="ctrTitle"/>
          </p:nvPr>
        </p:nvSpPr>
        <p:spPr>
          <a:xfrm>
            <a:off x="76925" y="1193800"/>
            <a:ext cx="9067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5600">
                <a:solidFill>
                  <a:schemeClr val="lt1"/>
                </a:solidFill>
              </a:rPr>
              <a:t>{{TITLE_LINE1}}</a:t>
            </a:r>
            <a:r>
              <a:rPr b="1" lang="ko-KR" sz="5000">
                <a:solidFill>
                  <a:schemeClr val="lt1"/>
                </a:solidFill>
              </a:rPr>
              <a:t>{{TITLE_LINE2}}</a:t>
            </a:r>
            <a:endParaRPr b="1" sz="5000">
              <a:solidFill>
                <a:schemeClr val="lt1"/>
              </a:solidFill>
            </a:endParaRPr>
          </a:p>
        </p:txBody>
      </p:sp>
      <p:sp>
        <p:nvSpPr>
          <p:cNvPr id="166" name="Google Shape;166;p1"/>
          <p:cNvSpPr txBox="1"/>
          <p:nvPr>
            <p:ph idx="1" type="subTitle"/>
          </p:nvPr>
        </p:nvSpPr>
        <p:spPr>
          <a:xfrm>
            <a:off x="1127050" y="367347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ko-KR" sz="2200">
                <a:solidFill>
                  <a:schemeClr val="lt1"/>
                </a:solidFill>
              </a:rPr>
              <a:t>{{SUBTITLE}}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2aae7ec71_0_9"/>
          <p:cNvSpPr txBox="1"/>
          <p:nvPr/>
        </p:nvSpPr>
        <p:spPr>
          <a:xfrm>
            <a:off x="250031" y="103981"/>
            <a:ext cx="39183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22aae7ec71_0_9"/>
          <p:cNvSpPr txBox="1"/>
          <p:nvPr>
            <p:ph type="title"/>
          </p:nvPr>
        </p:nvSpPr>
        <p:spPr>
          <a:xfrm>
            <a:off x="1859161" y="1597024"/>
            <a:ext cx="5425800" cy="3663900"/>
          </a:xfrm>
          <a:prstGeom prst="rect">
            <a:avLst/>
          </a:prstGeom>
          <a:noFill/>
          <a:ln cap="flat" cmpd="sng" w="44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6000">
                <a:solidFill>
                  <a:schemeClr val="lt1"/>
                </a:solidFill>
              </a:rPr>
              <a:t>{{SECTION}}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 txBox="1"/>
          <p:nvPr>
            <p:ph type="title"/>
          </p:nvPr>
        </p:nvSpPr>
        <p:spPr>
          <a:xfrm>
            <a:off x="628650" y="2766218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5400">
                <a:solidFill>
                  <a:schemeClr val="lt1"/>
                </a:solidFill>
              </a:rPr>
              <a:t>{{SONG_TITLE}}</a:t>
            </a:r>
            <a:endParaRPr b="1"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250031" y="103981"/>
            <a:ext cx="39183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 txBox="1"/>
          <p:nvPr>
            <p:ph type="title"/>
          </p:nvPr>
        </p:nvSpPr>
        <p:spPr>
          <a:xfrm>
            <a:off x="628650" y="1912799"/>
            <a:ext cx="78867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4800">
                <a:solidFill>
                  <a:schemeClr val="lt1"/>
                </a:solidFill>
              </a:rPr>
              <a:t>{{LINE}}</a:t>
            </a:r>
            <a:endParaRPr b="1" sz="4800">
              <a:solidFill>
                <a:schemeClr val="lt1"/>
              </a:solidFill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250031" y="103981"/>
            <a:ext cx="39183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ko-KR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{{SONG_TITLE}}</a:t>
            </a:r>
            <a:endParaRPr b="0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8"/>
          <p:cNvSpPr txBox="1"/>
          <p:nvPr>
            <p:ph type="title"/>
          </p:nvPr>
        </p:nvSpPr>
        <p:spPr>
          <a:xfrm>
            <a:off x="1859161" y="1597024"/>
            <a:ext cx="5425800" cy="3663900"/>
          </a:xfrm>
          <a:prstGeom prst="rect">
            <a:avLst/>
          </a:prstGeom>
          <a:noFill/>
          <a:ln cap="flat" cmpd="sng" w="44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5200">
                <a:solidFill>
                  <a:schemeClr val="lt1"/>
                </a:solidFill>
              </a:rPr>
              <a:t>설교말씀</a:t>
            </a:r>
            <a:br>
              <a:rPr b="1" lang="ko-KR" sz="5900">
                <a:solidFill>
                  <a:schemeClr val="lt1"/>
                </a:solidFill>
              </a:rPr>
            </a:br>
            <a:br>
              <a:rPr b="1" lang="ko-KR" sz="5900">
                <a:solidFill>
                  <a:schemeClr val="lt1"/>
                </a:solidFill>
              </a:rPr>
            </a:br>
            <a:r>
              <a:rPr b="1" lang="ko-KR" sz="3800">
                <a:solidFill>
                  <a:schemeClr val="lt1"/>
                </a:solidFill>
              </a:rPr>
              <a:t>{{PASSAGE_KO}}</a:t>
            </a:r>
            <a:endParaRPr b="1" sz="5800">
              <a:solidFill>
                <a:schemeClr val="lt1"/>
              </a:solidFill>
            </a:endParaRPr>
          </a:p>
        </p:txBody>
      </p:sp>
      <p:cxnSp>
        <p:nvCxnSpPr>
          <p:cNvPr id="323" name="Google Shape;323;p48"/>
          <p:cNvCxnSpPr/>
          <p:nvPr/>
        </p:nvCxnSpPr>
        <p:spPr>
          <a:xfrm>
            <a:off x="2839641" y="3429000"/>
            <a:ext cx="3525300" cy="0"/>
          </a:xfrm>
          <a:prstGeom prst="straightConnector1">
            <a:avLst/>
          </a:prstGeom>
          <a:noFill/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ee954af17e_2_13"/>
          <p:cNvSpPr txBox="1"/>
          <p:nvPr>
            <p:ph type="title"/>
          </p:nvPr>
        </p:nvSpPr>
        <p:spPr>
          <a:xfrm>
            <a:off x="628650" y="1496400"/>
            <a:ext cx="7886700" cy="17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b="1" lang="ko-KR" sz="3150">
                <a:solidFill>
                  <a:schemeClr val="lt1"/>
                </a:solidFill>
              </a:rPr>
              <a:t>{{VERSE_NO}}</a:t>
            </a:r>
            <a:r>
              <a:rPr b="1" lang="ko-KR" sz="3150">
                <a:solidFill>
                  <a:schemeClr val="lt1"/>
                </a:solidFill>
              </a:rPr>
              <a:t> {{VERSE_KO}}</a:t>
            </a:r>
            <a:endParaRPr b="1" sz="3050">
              <a:solidFill>
                <a:srgbClr val="D9D9D9"/>
              </a:solidFill>
            </a:endParaRPr>
          </a:p>
        </p:txBody>
      </p:sp>
      <p:sp>
        <p:nvSpPr>
          <p:cNvPr id="329" name="Google Shape;329;g1ee954af17e_2_13"/>
          <p:cNvSpPr txBox="1"/>
          <p:nvPr/>
        </p:nvSpPr>
        <p:spPr>
          <a:xfrm>
            <a:off x="318275" y="274800"/>
            <a:ext cx="34206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{{PASSAGE_KO}}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{{PASSAGE_EN}}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1ee954af17e_2_13"/>
          <p:cNvSpPr txBox="1"/>
          <p:nvPr>
            <p:ph type="title"/>
          </p:nvPr>
        </p:nvSpPr>
        <p:spPr>
          <a:xfrm>
            <a:off x="628650" y="3762600"/>
            <a:ext cx="7886700" cy="17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b="1" lang="ko-KR" sz="3050">
                <a:solidFill>
                  <a:srgbClr val="D9D9D9"/>
                </a:solidFill>
              </a:rPr>
              <a:t>{{VERSE_EN}}</a:t>
            </a:r>
            <a:endParaRPr b="1" sz="305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8e8ca3b7aa_1_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28e8ca3b7aa_1_7"/>
          <p:cNvSpPr txBox="1"/>
          <p:nvPr>
            <p:ph type="title"/>
          </p:nvPr>
        </p:nvSpPr>
        <p:spPr>
          <a:xfrm>
            <a:off x="1859161" y="1597024"/>
            <a:ext cx="5425800" cy="3663900"/>
          </a:xfrm>
          <a:prstGeom prst="rect">
            <a:avLst/>
          </a:prstGeom>
          <a:noFill/>
          <a:ln cap="flat" cmpd="sng" w="44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5200">
                <a:solidFill>
                  <a:schemeClr val="lt1"/>
                </a:solidFill>
              </a:rPr>
              <a:t>설교</a:t>
            </a:r>
            <a:br>
              <a:rPr b="1" lang="ko-KR" sz="5700">
                <a:solidFill>
                  <a:schemeClr val="lt1"/>
                </a:solidFill>
              </a:rPr>
            </a:b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t/>
            </a:r>
            <a:endParaRPr b="1" sz="5700">
              <a:solidFill>
                <a:schemeClr val="lt1"/>
              </a:solidFill>
            </a:endParaRPr>
          </a:p>
        </p:txBody>
      </p:sp>
      <p:cxnSp>
        <p:nvCxnSpPr>
          <p:cNvPr id="414" name="Google Shape;414;g28e8ca3b7aa_1_7"/>
          <p:cNvCxnSpPr/>
          <p:nvPr/>
        </p:nvCxnSpPr>
        <p:spPr>
          <a:xfrm>
            <a:off x="2839641" y="3352800"/>
            <a:ext cx="3525300" cy="0"/>
          </a:xfrm>
          <a:prstGeom prst="straightConnector1">
            <a:avLst/>
          </a:prstGeom>
          <a:noFill/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5" name="Google Shape;415;g28e8ca3b7aa_1_7"/>
          <p:cNvSpPr txBox="1"/>
          <p:nvPr/>
        </p:nvSpPr>
        <p:spPr>
          <a:xfrm>
            <a:off x="1889400" y="3825125"/>
            <a:ext cx="54258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ko-K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{{SERMON_TITLE}}</a:t>
            </a:r>
            <a:endParaRPr b="0" i="0" sz="4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B4922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2"/>
          <p:cNvSpPr txBox="1"/>
          <p:nvPr>
            <p:ph type="title"/>
          </p:nvPr>
        </p:nvSpPr>
        <p:spPr>
          <a:xfrm>
            <a:off x="1859161" y="1597024"/>
            <a:ext cx="5425800" cy="3663900"/>
          </a:xfrm>
          <a:prstGeom prst="rect">
            <a:avLst/>
          </a:prstGeom>
          <a:noFill/>
          <a:ln cap="flat" cmpd="sng" w="44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5900">
                <a:solidFill>
                  <a:schemeClr val="lt1"/>
                </a:solidFill>
              </a:rPr>
              <a:t>{{LABEL}}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3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7"/>
          <p:cNvSpPr txBox="1"/>
          <p:nvPr>
            <p:ph type="title"/>
          </p:nvPr>
        </p:nvSpPr>
        <p:spPr>
          <a:xfrm>
            <a:off x="1859161" y="1597024"/>
            <a:ext cx="5425800" cy="3663900"/>
          </a:xfrm>
          <a:prstGeom prst="rect">
            <a:avLst/>
          </a:prstGeom>
          <a:noFill/>
          <a:ln cap="flat" cmpd="sng" w="44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6000">
                <a:solidFill>
                  <a:schemeClr val="lt1"/>
                </a:solidFill>
              </a:rPr>
              <a:t>{{LABEL}}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6"/>
          <p:cNvSpPr txBox="1"/>
          <p:nvPr>
            <p:ph type="title"/>
          </p:nvPr>
        </p:nvSpPr>
        <p:spPr>
          <a:xfrm>
            <a:off x="1859161" y="1597024"/>
            <a:ext cx="5425800" cy="3663900"/>
          </a:xfrm>
          <a:prstGeom prst="rect">
            <a:avLst/>
          </a:prstGeom>
          <a:noFill/>
          <a:ln cap="flat" cmpd="sng" w="44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ko-KR" sz="6000">
                <a:solidFill>
                  <a:schemeClr val="lt1"/>
                </a:solidFill>
              </a:rPr>
              <a:t>{{LABEL}}</a:t>
            </a:r>
            <a:endParaRPr b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a4d48a4ec9_0_0"/>
          <p:cNvSpPr txBox="1"/>
          <p:nvPr>
            <p:ph type="title"/>
          </p:nvPr>
        </p:nvSpPr>
        <p:spPr>
          <a:xfrm>
            <a:off x="628650" y="593725"/>
            <a:ext cx="78867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ko-KR" sz="4000">
                <a:latin typeface="Arial"/>
                <a:ea typeface="Arial"/>
                <a:cs typeface="Arial"/>
                <a:sym typeface="Arial"/>
              </a:rPr>
              <a:t>{{ANN_TITLE}}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2a4d48a4ec9_0_0"/>
          <p:cNvSpPr txBox="1"/>
          <p:nvPr>
            <p:ph idx="1" type="body"/>
          </p:nvPr>
        </p:nvSpPr>
        <p:spPr>
          <a:xfrm>
            <a:off x="628650" y="152217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897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ko-KR" sz="2900">
                <a:latin typeface="Arial"/>
                <a:ea typeface="Arial"/>
                <a:cs typeface="Arial"/>
                <a:sym typeface="Arial"/>
              </a:rPr>
              <a:t>{{ANN_LINE}}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2a4d48a4ec9_0_0"/>
          <p:cNvSpPr txBox="1"/>
          <p:nvPr/>
        </p:nvSpPr>
        <p:spPr>
          <a:xfrm>
            <a:off x="0" y="5952900"/>
            <a:ext cx="9144000" cy="572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{{FOOTER_TITLE}}</a:t>
            </a:r>
            <a:endParaRPr b="1" i="0" sz="15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ko-KR" sz="1300">
                <a:latin typeface="Calibri"/>
                <a:ea typeface="Calibri"/>
                <a:cs typeface="Calibri"/>
                <a:sym typeface="Calibri"/>
              </a:rPr>
              <a:t>{{FOOTER_THEME}}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F1A46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2024-01-05T20:30:52Z</dcterms:created>
  <dc:creator>You, Gaeun</dc:creator>
</cp:coreProperties>
</file>