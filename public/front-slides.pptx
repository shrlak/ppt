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900001" r:id="rId2"/>
    <p:sldId id="900002" r:id="rId3"/>
    <p:sldId id="900003" r:id="rId4"/>
    <p:sldId id="900004" r:id="rId5"/>
  </p:sldIdLst>
  <p:sldSz cx="9144000" cy="6858000" type="screen4x3"/>
  <p:notesSz cx="6858000" cy="9144000"/>
  <p:embeddedFontLst>
    <p:embeddedFont>
      <p:font typeface="Malgun Gothic" panose="020B0503020000020004" pitchFamily="34" charset="-127"/>
      <p:regular r:id="rId7"/>
      <p:bold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57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5" roundtripDataSignature="AMtx7mhdf2rBo6uhy4MrUMqtloUY5uFv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1944" y="184"/>
      </p:cViewPr>
      <p:guideLst>
        <p:guide pos="2857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68" Type="http://schemas.openxmlformats.org/officeDocument/2006/relationships/theme" Target="theme/theme1.xml"/><Relationship Id="rId7" Type="http://schemas.openxmlformats.org/officeDocument/2006/relationships/font" Target="fonts/font1.fntdata"/><Relationship Id="rId6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5" Type="http://customschemas.google.com/relationships/presentationmetadata" Target="metadata"/><Relationship Id="rId4" Type="http://schemas.openxmlformats.org/officeDocument/2006/relationships/slide" Target="slides/slide3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9" name="Google Shape;6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altLang="ko-K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5" name="Google Shape;7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0" name="Google Shape;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110" title="logo 1.jpeg"/>
          <p:cNvPicPr preferRelativeResize="0"/>
          <p:nvPr/>
        </p:nvPicPr>
        <p:blipFill rotWithShape="1">
          <a:blip r:embed="rId2">
            <a:alphaModFix/>
          </a:blip>
          <a:srcRect t="22736" b="25367"/>
          <a:stretch/>
        </p:blipFill>
        <p:spPr>
          <a:xfrm>
            <a:off x="7016550" y="134550"/>
            <a:ext cx="2041974" cy="794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6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116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" name="Google Shape;20;p11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7"/>
          <p:cNvSpPr txBox="1">
            <a:spLocks noGrp="1"/>
          </p:cNvSpPr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1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8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1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9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19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19"/>
          <p:cNvSpPr txBox="1">
            <a:spLocks noGrp="1"/>
          </p:cNvSpPr>
          <p:nvPr>
            <p:ph type="body" idx="2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11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0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1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121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12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2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12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23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23"/>
          <p:cNvSpPr txBox="1">
            <a:spLocks noGrp="1"/>
          </p:cNvSpPr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123"/>
          <p:cNvSpPr txBox="1">
            <a:spLocks noGrp="1"/>
          </p:cNvSpPr>
          <p:nvPr>
            <p:ph type="subTitle" idx="1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123"/>
          <p:cNvSpPr txBox="1">
            <a:spLocks noGrp="1"/>
          </p:cNvSpPr>
          <p:nvPr>
            <p:ph type="body" idx="2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4"/>
          <p:cNvSpPr txBox="1">
            <a:spLocks noGrp="1"/>
          </p:cNvSpPr>
          <p:nvPr>
            <p:ph type="body" idx="1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5"/>
          <p:cNvSpPr txBox="1">
            <a:spLocks noGrp="1"/>
          </p:cNvSpPr>
          <p:nvPr>
            <p:ph type="title" hasCustomPrompt="1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25"/>
          <p:cNvSpPr txBox="1">
            <a:spLocks noGrp="1"/>
          </p:cNvSpPr>
          <p:nvPr>
            <p:ph type="body" idx="1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2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>
  <p:cSld name="OBJECT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eefb87a8d7_1_8"/>
          <p:cNvSpPr txBox="1">
            <a:spLocks noGrp="1"/>
          </p:cNvSpPr>
          <p:nvPr>
            <p:ph type="title"/>
          </p:nvPr>
        </p:nvSpPr>
        <p:spPr>
          <a:xfrm>
            <a:off x="457199" y="274638"/>
            <a:ext cx="8229598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g3eefb87a8d7_1_8"/>
          <p:cNvSpPr txBox="1">
            <a:spLocks noGrp="1"/>
          </p:cNvSpPr>
          <p:nvPr>
            <p:ph type="body" idx="1"/>
          </p:nvPr>
        </p:nvSpPr>
        <p:spPr>
          <a:xfrm>
            <a:off x="457199" y="1600200"/>
            <a:ext cx="8229598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g3eefb87a8d7_1_8"/>
          <p:cNvSpPr txBox="1">
            <a:spLocks noGrp="1"/>
          </p:cNvSpPr>
          <p:nvPr>
            <p:ph type="dt" idx="10"/>
          </p:nvPr>
        </p:nvSpPr>
        <p:spPr>
          <a:xfrm>
            <a:off x="457199" y="6356350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g3eefb87a8d7_1_8"/>
          <p:cNvSpPr txBox="1">
            <a:spLocks noGrp="1"/>
          </p:cNvSpPr>
          <p:nvPr>
            <p:ph type="ftr" idx="11"/>
          </p:nvPr>
        </p:nvSpPr>
        <p:spPr>
          <a:xfrm>
            <a:off x="3124199" y="6356350"/>
            <a:ext cx="2895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g3eefb87a8d7_1_8"/>
          <p:cNvSpPr txBox="1">
            <a:spLocks noGrp="1"/>
          </p:cNvSpPr>
          <p:nvPr>
            <p:ph type="sldNum" idx="12"/>
          </p:nvPr>
        </p:nvSpPr>
        <p:spPr>
          <a:xfrm>
            <a:off x="6553199" y="6356350"/>
            <a:ext cx="21335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OBJECT_2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9ba625fd_0_175"/>
          <p:cNvSpPr txBox="1">
            <a:spLocks noGrp="1"/>
          </p:cNvSpPr>
          <p:nvPr>
            <p:ph type="title"/>
          </p:nvPr>
        </p:nvSpPr>
        <p:spPr>
          <a:xfrm>
            <a:off x="628650" y="348192"/>
            <a:ext cx="59373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g3ed9ba625fd_0_175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9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09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0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6"/>
          <p:cNvPicPr preferRelativeResize="0"/>
          <p:nvPr/>
        </p:nvPicPr>
        <p:blipFill rotWithShape="1">
          <a:blip r:embed="rId3">
            <a:alphaModFix/>
          </a:blip>
          <a:srcRect b="23430"/>
          <a:stretch/>
        </p:blipFill>
        <p:spPr>
          <a:xfrm>
            <a:off x="39700" y="1658101"/>
            <a:ext cx="9144000" cy="3631426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6"/>
          <p:cNvSpPr txBox="1"/>
          <p:nvPr/>
        </p:nvSpPr>
        <p:spPr>
          <a:xfrm>
            <a:off x="6956125" y="5218075"/>
            <a:ext cx="1673400" cy="10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빛주사랑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대학청년부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ko-KR" sz="2100"/>
              <a:t>7</a:t>
            </a: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ko-KR" sz="2100"/>
              <a:t>12</a:t>
            </a:r>
            <a:r>
              <a:rPr lang="ko-KR" sz="2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/2026</a:t>
            </a:r>
            <a:endParaRPr sz="2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7"/>
          <p:cNvSpPr txBox="1"/>
          <p:nvPr/>
        </p:nvSpPr>
        <p:spPr>
          <a:xfrm>
            <a:off x="678800" y="1911940"/>
            <a:ext cx="7572000" cy="38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ko-KR" sz="4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신앙고백</a:t>
            </a:r>
            <a:endParaRPr sz="4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ko-KR"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Apostles’ Creed</a:t>
            </a:r>
            <a:endParaRPr sz="3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endParaRPr sz="3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endParaRPr sz="3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 txBox="1"/>
          <p:nvPr/>
        </p:nvSpPr>
        <p:spPr>
          <a:xfrm>
            <a:off x="0" y="1428325"/>
            <a:ext cx="9144000" cy="51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전능하사 천지를 만드신 하나님 아버지를 내가 </a:t>
            </a:r>
            <a:r>
              <a:rPr lang="ko-KR" sz="26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믿사오며</a:t>
            </a: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2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believe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Father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Almighty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maker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heaven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earth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;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그 외아들 우리 주 예수 그리스도를 </a:t>
            </a:r>
            <a:r>
              <a:rPr lang="ko-KR" sz="26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믿사오니</a:t>
            </a: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2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Jesus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Christ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only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our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Lord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이는 성령으로 잉태하사 동정녀 마리아에게 나시고,</a:t>
            </a:r>
            <a:endParaRPr sz="2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conceived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Holy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Spirit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born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Virgin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‘</a:t>
            </a:r>
            <a:r>
              <a:rPr lang="ko-KR" sz="25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본디오</a:t>
            </a:r>
            <a:r>
              <a:rPr lang="ko-KR" sz="2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25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빌라도’에게</a:t>
            </a:r>
            <a:r>
              <a:rPr lang="ko-KR" sz="2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고난을 </a:t>
            </a:r>
            <a:r>
              <a:rPr lang="ko-KR" sz="25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받으사</a:t>
            </a:r>
            <a:r>
              <a:rPr lang="ko-KR" sz="2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십자가에 못박혀 죽으시고,</a:t>
            </a:r>
            <a:endParaRPr sz="2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suffered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under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Pontius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Pilate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was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crucified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dead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and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buried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장사한지 사흘 만에 죽은 자 가운데서 다시 살아나시며,</a:t>
            </a:r>
            <a:endParaRPr sz="2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descended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into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hell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third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day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rose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again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7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dead</a:t>
            </a:r>
            <a:r>
              <a:rPr lang="ko-KR" sz="17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;</a:t>
            </a:r>
            <a:endParaRPr sz="17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8"/>
          <p:cNvSpPr txBox="1"/>
          <p:nvPr/>
        </p:nvSpPr>
        <p:spPr>
          <a:xfrm>
            <a:off x="334000" y="212330"/>
            <a:ext cx="3456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210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신앙고백</a:t>
            </a:r>
            <a:endParaRPr sz="2100" b="0" i="0" u="none" strike="noStrike" cap="non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210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Apostles’ Creed</a:t>
            </a:r>
            <a:endParaRPr sz="2100" b="0" i="0" u="none" strike="noStrike" cap="non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9"/>
          <p:cNvSpPr txBox="1"/>
          <p:nvPr/>
        </p:nvSpPr>
        <p:spPr>
          <a:xfrm>
            <a:off x="0" y="1428325"/>
            <a:ext cx="9144000" cy="51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하늘에 오르사, 전능하신 하나님 우편에 앉아 계시다가, 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 ascended into heaven, and sitteth on the right hand of God the Father Almighty;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저리로서 산 자와 죽은 자를 심판하러 오시리라.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 thence he shall come to judge the quick and the dead,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성령을 믿사오며, 거룩한 공회와, 성도가 서로 교통하는 것과,</a:t>
            </a:r>
            <a:endParaRPr sz="2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believe in the Holy Spirit, the holy universal church, the communion of saints,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죄를 사하여 주시는 것과, 몸이 다시 사는 것과,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forgiveness of sins, the resurrection of the body, 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2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영원히 사는 것을 믿사옵나이다. 아멘.</a:t>
            </a:r>
            <a:endParaRPr sz="2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ko-KR"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the life everlasting, Amen</a:t>
            </a: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9"/>
          <p:cNvSpPr txBox="1"/>
          <p:nvPr/>
        </p:nvSpPr>
        <p:spPr>
          <a:xfrm>
            <a:off x="334000" y="212330"/>
            <a:ext cx="3456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210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신앙고백</a:t>
            </a:r>
            <a:endParaRPr sz="2100" b="0" i="0" u="none" strike="noStrike" cap="non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sz="2100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Apostles’ Creed</a:t>
            </a:r>
            <a:endParaRPr sz="2100" b="0" i="0" u="none" strike="noStrike" cap="none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</Words>
  <Application>Microsoft Macintosh PowerPoint</Application>
  <PresentationFormat>On-screen Show (4:3)</PresentationFormat>
  <Paragraphs>40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Malgun Gothic</vt:lpstr>
      <vt:lpstr>Simple Light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Spencer Hoyun Kim</cp:lastModifiedBy>
  <cp:revision>1</cp:revision>
  <dcterms:modified xsi:type="dcterms:W3CDTF">2026-07-11T02:56:59Z</dcterms:modified>
</cp:coreProperties>
</file>