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900005" r:id="rId70"/>
    <p:sldId id="900001" r:id="rId2"/>
    <p:sldId id="900002" r:id="rId3"/>
    <p:sldId id="900003" r:id="rId4"/>
    <p:sldId id="900004" r:id="rId5"/>
  </p:sldIdLst>
  <p:sldSz cx="9144000" cy="6858000" type="screen4x3"/>
  <p:notesSz cx="6858000" cy="9144000"/>
  <p:embeddedFontLst>
    <p:embeddedFont>
      <p:font typeface="Malgun Gothic" panose="020B0503020000020004" pitchFamily="34" charset="-127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57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hdf2rBo6uhy4MrUMqtloUY5uF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>
        <p:guide pos="285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3.xml"/><Relationship Id="rId68" Type="http://schemas.openxmlformats.org/officeDocument/2006/relationships/theme" Target="theme/theme1.xml"/><Relationship Id="rId7" Type="http://schemas.openxmlformats.org/officeDocument/2006/relationships/font" Target="fonts/font1.fntdata"/><Relationship Id="rId67" Type="http://schemas.openxmlformats.org/officeDocument/2006/relationships/viewProps" Target="viewProps.xml"/><Relationship Id="rId2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5" Type="http://schemas.openxmlformats.org/officeDocument/2006/relationships/slide" Target="slides/slide5.xml"/><Relationship Id="rId65" Type="http://customschemas.google.com/relationships/presentationmetadata" Target="metadata"/><Relationship Id="rId4" Type="http://schemas.openxmlformats.org/officeDocument/2006/relationships/slide" Target="slides/slide4.xml"/><Relationship Id="rId69" Type="http://schemas.openxmlformats.org/officeDocument/2006/relationships/tableStyles" Target="tableStyles.xml"/><Relationship Id="rId70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10" title="logo 1.jpeg"/>
          <p:cNvPicPr preferRelativeResize="0"/>
          <p:nvPr/>
        </p:nvPicPr>
        <p:blipFill rotWithShape="1">
          <a:blip r:embed="rId2">
            <a:alphaModFix/>
          </a:blip>
          <a:srcRect t="22736" b="25367"/>
          <a:stretch/>
        </p:blipFill>
        <p:spPr>
          <a:xfrm>
            <a:off x="7016550" y="134550"/>
            <a:ext cx="2041974" cy="7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6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116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1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7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1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1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19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1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1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121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1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1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3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123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123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25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OBJECT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fb87a8d7_1_8"/>
          <p:cNvSpPr txBox="1">
            <a:spLocks noGrp="1"/>
          </p:cNvSpPr>
          <p:nvPr>
            <p:ph type="title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efb87a8d7_1_8"/>
          <p:cNvSpPr txBox="1">
            <a:spLocks noGrp="1"/>
          </p:cNvSpPr>
          <p:nvPr>
            <p:ph type="body" idx="1"/>
          </p:nvPr>
        </p:nvSpPr>
        <p:spPr>
          <a:xfrm>
            <a:off x="457199" y="1600200"/>
            <a:ext cx="82295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g3eefb87a8d7_1_8"/>
          <p:cNvSpPr txBox="1">
            <a:spLocks noGrp="1"/>
          </p:cNvSpPr>
          <p:nvPr>
            <p:ph type="dt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3eefb87a8d7_1_8"/>
          <p:cNvSpPr txBox="1">
            <a:spLocks noGrp="1"/>
          </p:cNvSpPr>
          <p:nvPr>
            <p:ph type="ft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efb87a8d7_1_8"/>
          <p:cNvSpPr txBox="1">
            <a:spLocks noGrp="1"/>
          </p:cNvSpPr>
          <p:nvPr>
            <p:ph type="sldNum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OBJECT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9ba625fd_0_175"/>
          <p:cNvSpPr txBox="1">
            <a:spLocks noGrp="1"/>
          </p:cNvSpPr>
          <p:nvPr>
            <p:ph type="title"/>
          </p:nvPr>
        </p:nvSpPr>
        <p:spPr>
          <a:xfrm>
            <a:off x="628650" y="348192"/>
            <a:ext cx="5937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d9ba625fd_0_17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기도 준비 제목"/>
          <p:cNvSpPr txBox="1"/>
          <p:nvPr/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지금은 기도로 예배를 준비하는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시간입니다.</a:t>
            </a:r>
          </a:p>
        </p:txBody>
      </p:sp>
      <p:sp>
        <p:nvSpPr>
          <p:cNvPr id="3" name="기도제목"/>
          <p:cNvSpPr txBox="1"/>
          <p:nvPr/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Clr>
                <a:srgbClr val="FFFFFF"/>
              </a:buClr>
              <a:buSzPts val="2000"/>
              <a:buFont typeface="Arial"/>
              <a:buChar char="●"/>
            </a:pPr>
            <a:r>
              <a:rPr lang="ko-KR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기도제목 1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Clr>
                <a:srgbClr val="FFFFFF"/>
              </a:buClr>
              <a:buSzPts val="2000"/>
              <a:buFont typeface="Arial"/>
              <a:buChar char="●"/>
            </a:pPr>
            <a:r>
              <a:rPr lang="ko-KR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기도제목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23430"/>
          <a:stretch/>
        </p:blipFill>
        <p:spPr>
          <a:xfrm>
            <a:off x="39700" y="1658101"/>
            <a:ext cx="9144000" cy="363142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 txBox="1"/>
          <p:nvPr/>
        </p:nvSpPr>
        <p:spPr>
          <a:xfrm>
            <a:off x="6956125" y="5218075"/>
            <a:ext cx="16734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-KR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빛주사랑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-KR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대학청년부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-KR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100"/>
              <a:t>7</a:t>
            </a:r>
            <a:r>
              <a:rPr lang="ko-KR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sz="2100"/>
              <a:t>12</a:t>
            </a:r>
            <a:r>
              <a:rPr lang="ko-KR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678800" y="1911940"/>
            <a:ext cx="7572000" cy="3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신앙고백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ko-KR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Apostles’ Creed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/>
          <p:nvPr/>
        </p:nvSpPr>
        <p:spPr>
          <a:xfrm>
            <a:off x="0" y="1428325"/>
            <a:ext cx="9144000" cy="51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전능하사 천지를 만드신 하나님 아버지를 내가 </a:t>
            </a:r>
            <a:r>
              <a:rPr lang="ko-KR" sz="2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믿사오며</a:t>
            </a: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2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believe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Father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Almighty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maker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heaven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earth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 외아들 우리 주 예수 그리스도를 </a:t>
            </a:r>
            <a:r>
              <a:rPr lang="ko-KR" sz="2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믿사오니</a:t>
            </a: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2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Jesus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Christ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Lord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이는 성령으로 잉태하사 동정녀 마리아에게 나시고,</a:t>
            </a:r>
            <a:endParaRPr sz="2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conceived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Holy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Spirit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Virgin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Mary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sz="2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본디오</a:t>
            </a:r>
            <a:r>
              <a:rPr lang="ko-KR" sz="2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빌라도’에게</a:t>
            </a:r>
            <a:r>
              <a:rPr lang="ko-KR" sz="2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고난을 </a:t>
            </a:r>
            <a:r>
              <a:rPr lang="ko-KR" sz="2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받으사</a:t>
            </a:r>
            <a:r>
              <a:rPr lang="ko-KR" sz="2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십자가에 못박혀 죽으시고,</a:t>
            </a: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suffered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Pontius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Pilate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crucified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buried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장사한지 사흘 만에 죽은 자 가운데서 다시 살아나시며,</a:t>
            </a:r>
            <a:endParaRPr sz="2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descended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rose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again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dead</a:t>
            </a:r>
            <a:r>
              <a:rPr lang="ko-K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334000" y="212330"/>
            <a:ext cx="345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신앙고백</a:t>
            </a:r>
            <a:endParaRPr sz="21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Apostles’ Creed</a:t>
            </a:r>
            <a:endParaRPr sz="21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/>
        </p:nvSpPr>
        <p:spPr>
          <a:xfrm>
            <a:off x="0" y="1428325"/>
            <a:ext cx="9144000" cy="51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하늘에 오르사, 전능하신 하나님 우편에 앉아 계시다가, 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ascended into heaven, and sitteth on the right hand of God the Father Almighty;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저리로서 산 자와 죽은 자를 심판하러 오시리라.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thence he shall come to judge the quick and the dead,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성령을 믿사오며, 거룩한 공회와, 성도가 서로 교통하는 것과,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believe in the Holy Spirit, the holy universal church, the communion of saints,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죄를 사하여 주시는 것과, 몸이 다시 사는 것과,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forgiveness of sins, the resurrection of the body, 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영원히 사는 것을 믿사옵나이다. 아멘.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life everlasting, Amen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334000" y="212330"/>
            <a:ext cx="345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신앙고백</a:t>
            </a:r>
            <a:endParaRPr sz="21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Apostles’ Creed</a:t>
            </a:r>
            <a:endParaRPr sz="21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Macintosh PowerPoint</Application>
  <PresentationFormat>On-screen Show (4:3)</PresentationFormat>
  <Paragraphs>40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Malgun Gothic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Spencer Hoyun Kim</cp:lastModifiedBy>
  <cp:revision>1</cp:revision>
  <dcterms:modified xsi:type="dcterms:W3CDTF">2026-07-11T02:56:59Z</dcterms:modified>
</cp:coreProperties>
</file>