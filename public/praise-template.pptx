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sldIdLst>
    <p:sldId id="257" r:id="rId901"/>
    <p:sldId id="258" r:id="rId902"/>
    <p:sldId id="259" r:id="rId903"/>
    <p:sldId id="260" r:id="rId904"/>
  </p:sldIdLst>
  <p:sldSz cy="6858000" cx="9144000"/>
  <p:notesSz cx="6858000" cy="9144000"/>
  <p:embeddedFontLst>
    <p:embeddedFont>
      <p:font typeface="NanumGothicExtraBold"/>
      <p:bold r:id="rId108"/>
    </p:embeddedFont>
    <p:embeddedFont>
      <p:font typeface="Nanum Gothic"/>
      <p:regular r:id="rId109"/>
      <p:bold r:id="rId1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09" Type="http://schemas.openxmlformats.org/officeDocument/2006/relationships/font" Target="fonts/NanumGothic-regular.fntdata"/><Relationship Id="rId108" Type="http://schemas.openxmlformats.org/officeDocument/2006/relationships/font" Target="fonts/NanumGothicExtraBold-bold.fntdata"/><Relationship Id="rId110" Type="http://schemas.openxmlformats.org/officeDocument/2006/relationships/font" Target="fonts/NanumGothic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01" Type="http://schemas.openxmlformats.org/officeDocument/2006/relationships/slide" Target="slides/slide1.xml"/><Relationship Id="rId902" Type="http://schemas.openxmlformats.org/officeDocument/2006/relationships/slide" Target="slides/slide2.xml"/><Relationship Id="rId903" Type="http://schemas.openxmlformats.org/officeDocument/2006/relationships/slide" Target="slides/slide3.xml"/><Relationship Id="rId904" Type="http://schemas.openxmlformats.org/officeDocument/2006/relationships/slide" Target="slides/slide4.xml"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992767"/>
            <a:ext cx="8520600" cy="273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778833"/>
            <a:ext cx="8520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" name="Google Shape;20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6857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167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9"/>
          <p:cNvSpPr txBox="1"/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9"/>
          <p:cNvSpPr txBox="1"/>
          <p:nvPr>
            <p:ph idx="1" type="subTitle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9"/>
          <p:cNvSpPr txBox="1"/>
          <p:nvPr>
            <p:ph idx="2" type="body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 txBox="1"/>
          <p:nvPr>
            <p:ph idx="1" type="body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hasCustomPrompt="1" type="title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1"/>
          <p:cNvSpPr txBox="1"/>
          <p:nvPr>
            <p:ph idx="1" type="body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1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1" name="PraiseCoverDateMask"/>
          <p:cNvSpPr/>
          <p:nvPr/>
        </p:nvSpPr>
        <p:spPr>
          <a:xfrm>
            <a:off x="2946797" y="5929313"/>
            <a:ext cx="3250406" cy="500062"/>
          </a:xfrm>
          <a:prstGeom prst="rect">
            <a:avLst/>
          </a:prstGeom>
          <a:solidFill>
            <a:srgbClr val="010C0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2" name="PraiseCoverDate"/>
          <p:cNvSpPr txBox="1"/>
          <p:nvPr/>
        </p:nvSpPr>
        <p:spPr>
          <a:xfrm>
            <a:off x="2946797" y="5929313"/>
            <a:ext cx="3250406" cy="5000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>
              <a:buNone/>
            </a:pPr>
            <a:r>
              <a:rPr lang="en-US" sz="2000" spc="600">
                <a:solidFill>
                  <a:srgbClr val="F2F2F2"/>
                </a:solidFill>
                <a:latin typeface="Georgia"/>
                <a:ea typeface="Georgia"/>
                <a:cs typeface="Georgia"/>
              </a:rPr>
              <a:t>{{COVER_DATE}}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/>
          <p:nvPr>
            <p:ph type="title"/>
          </p:nvPr>
        </p:nvSpPr>
        <p:spPr>
          <a:xfrm>
            <a:off x="1524750" y="2409150"/>
            <a:ext cx="6094500" cy="203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{{TITLE_KO}}</a:t>
            </a:r>
            <a:endParaRPr b="1" sz="5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{{TITLE_EN}}</a:t>
            </a:r>
            <a:endParaRPr b="1" sz="5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/>
        </p:nvSpPr>
        <p:spPr>
          <a:xfrm>
            <a:off x="235500" y="145625"/>
            <a:ext cx="4775100" cy="4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10">
                <a:solidFill>
                  <a:schemeClr val="lt1"/>
                </a:solidFill>
                <a:latin typeface="Nanum Gothic"/>
                <a:ea typeface="Nanum Gothic"/>
                <a:cs typeface="Nanum Gothic"/>
                <a:sym typeface="Nanum Gothic"/>
              </a:rPr>
              <a:t>{{HEADER}}</a:t>
            </a:r>
            <a:endParaRPr b="1" sz="2010">
              <a:solidFill>
                <a:schemeClr val="lt1"/>
              </a:solidFill>
              <a:latin typeface="Nanum Gothic"/>
              <a:ea typeface="Nanum Gothic"/>
              <a:cs typeface="Nanum Gothic"/>
              <a:sym typeface="Nanum Gothic"/>
            </a:endParaRPr>
          </a:p>
        </p:txBody>
      </p:sp>
      <p:sp>
        <p:nvSpPr>
          <p:cNvPr id="66" name="Google Shape;66;p16"/>
          <p:cNvSpPr txBox="1"/>
          <p:nvPr/>
        </p:nvSpPr>
        <p:spPr>
          <a:xfrm>
            <a:off x="0" y="1782300"/>
            <a:ext cx="9144000" cy="50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chemeClr val="lt1"/>
                </a:solidFill>
                <a:latin typeface="Nanum Gothic"/>
                <a:ea typeface="Nanum Gothic"/>
                <a:cs typeface="Nanum Gothic"/>
                <a:sym typeface="Nanum Gothic"/>
              </a:rPr>
              <a:t>{{LINE}}</a:t>
            </a:r>
            <a:endParaRPr b="1" sz="3400">
              <a:solidFill>
                <a:schemeClr val="lt1"/>
              </a:solidFill>
              <a:latin typeface="Nanum Gothic"/>
              <a:ea typeface="Nanum Gothic"/>
              <a:cs typeface="Nanum Gothic"/>
              <a:sym typeface="Nanum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44" title="EM &amp; KM Praise Night Slide (3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44"/>
          <p:cNvSpPr txBox="1"/>
          <p:nvPr/>
        </p:nvSpPr>
        <p:spPr>
          <a:xfrm>
            <a:off x="1082025" y="2089950"/>
            <a:ext cx="56193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>
                <a:solidFill>
                  <a:schemeClr val="lt1"/>
                </a:solidFill>
                <a:latin typeface="NanumGothicExtraBold"/>
                <a:ea typeface="NanumGothicExtraBold"/>
                <a:cs typeface="NanumGothicExtraBold"/>
                <a:sym typeface="NanumGothicExtraBold"/>
              </a:rPr>
              <a:t>기도</a:t>
            </a:r>
            <a:endParaRPr sz="5400">
              <a:solidFill>
                <a:schemeClr val="lt1"/>
              </a:solidFill>
              <a:latin typeface="NanumGothicExtraBold"/>
              <a:ea typeface="NanumGothicExtraBold"/>
              <a:cs typeface="NanumGothicExtraBold"/>
              <a:sym typeface="NanumGothic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400">
              <a:solidFill>
                <a:schemeClr val="lt1"/>
              </a:solidFill>
              <a:latin typeface="NanumGothicExtraBold"/>
              <a:ea typeface="NanumGothicExtraBold"/>
              <a:cs typeface="NanumGothicExtraBold"/>
              <a:sym typeface="NanumGothic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>
                <a:solidFill>
                  <a:schemeClr val="lt1"/>
                </a:solidFill>
                <a:latin typeface="NanumGothicExtraBold"/>
                <a:ea typeface="NanumGothicExtraBold"/>
                <a:cs typeface="NanumGothicExtraBold"/>
                <a:sym typeface="NanumGothicExtraBold"/>
              </a:rPr>
              <a:t>Prayer</a:t>
            </a:r>
            <a:endParaRPr sz="5400">
              <a:solidFill>
                <a:schemeClr val="lt1"/>
              </a:solidFill>
              <a:latin typeface="NanumGothicExtraBold"/>
              <a:ea typeface="NanumGothicExtraBold"/>
              <a:cs typeface="NanumGothicExtraBold"/>
              <a:sym typeface="NanumGothicExtraBold"/>
            </a:endParaRPr>
          </a:p>
        </p:txBody>
      </p:sp>
    </p:spTree>
  </p:cSld>
  <p:clrMapOvr>
    <a:masterClrMapping/>
  </p:clrMapOvr>
</p:sld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