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sldIdLst>
    <p:sldId id="257" r:id="rId901"/>
    <p:sldId id="258" r:id="rId902"/>
    <p:sldId id="259" r:id="rId903"/>
    <p:sldId id="260" r:id="rId904"/>
    <p:sldId id="261" r:id="rId905"/>
    <p:sldId id="262" r:id="rId906"/>
  </p:sldIdLst>
  <p:sldSz cy="6858000" cx="9144000"/>
  <p:notesSz cx="6858000" cy="9144000"/>
  <p:embeddedFontLst>
    <p:embeddedFont>
      <p:font typeface="NanumGothicExtraBold"/>
      <p:bold r:id="rId108"/>
    </p:embeddedFont>
    <p:embeddedFont>
      <p:font typeface="Nanum Gothic"/>
      <p:regular r:id="rId109"/>
      <p:bold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9" Type="http://schemas.openxmlformats.org/officeDocument/2006/relationships/font" Target="fonts/NanumGothic-regular.fntdata"/><Relationship Id="rId108" Type="http://schemas.openxmlformats.org/officeDocument/2006/relationships/font" Target="fonts/NanumGothicExtraBold-bold.fntdata"/><Relationship Id="rId110" Type="http://schemas.openxmlformats.org/officeDocument/2006/relationships/font" Target="fonts/Nanum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01" Type="http://schemas.openxmlformats.org/officeDocument/2006/relationships/slide" Target="slides/slide1.xml"/><Relationship Id="rId902" Type="http://schemas.openxmlformats.org/officeDocument/2006/relationships/slide" Target="slides/slide2.xml"/><Relationship Id="rId903" Type="http://schemas.openxmlformats.org/officeDocument/2006/relationships/slide" Target="slides/slide3.xml"/><Relationship Id="rId904" Type="http://schemas.openxmlformats.org/officeDocument/2006/relationships/slide" Target="slides/slide4.xml"/><Relationship Id="rId905" Type="http://schemas.openxmlformats.org/officeDocument/2006/relationships/slide" Target="slides/slide5.xml"/><Relationship Id="rId906" Type="http://schemas.openxmlformats.org/officeDocument/2006/relationships/slide" Target="slides/slide6.xml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PraiseCoverDateMask"/>
          <p:cNvSpPr/>
          <p:nvPr/>
        </p:nvSpPr>
        <p:spPr>
          <a:xfrm>
            <a:off x="2946797" y="5929313"/>
            <a:ext cx="3250406" cy="500062"/>
          </a:xfrm>
          <a:prstGeom prst="rect">
            <a:avLst/>
          </a:prstGeom>
          <a:solidFill>
            <a:srgbClr val="010C0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PraiseCoverDate"/>
          <p:cNvSpPr txBox="1"/>
          <p:nvPr/>
        </p:nvSpPr>
        <p:spPr>
          <a:xfrm>
            <a:off x="2946797" y="5929313"/>
            <a:ext cx="3250406" cy="500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>
              <a:buNone/>
            </a:pPr>
            <a:r>
              <a:rPr lang="en-US" sz="2000" spc="600">
                <a:solidFill>
                  <a:srgbClr val="F2F2F2"/>
                </a:solidFill>
                <a:latin typeface="Georgia"/>
                <a:ea typeface="Georgia"/>
                <a:cs typeface="Georgia"/>
              </a:rPr>
              <a:t>{{COVER_DATE}}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1524750" y="2409150"/>
            <a:ext cx="6094500" cy="20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{{TITLE_KO}}</a:t>
            </a:r>
            <a:endParaRPr b="1"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{{TITLE_EN}}</a:t>
            </a:r>
            <a:endParaRPr b="1"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/>
        </p:nvSpPr>
        <p:spPr>
          <a:xfrm>
            <a:off x="235500" y="145625"/>
            <a:ext cx="47751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10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{{HEADER}}</a:t>
            </a:r>
            <a:endParaRPr b="1" sz="2010">
              <a:solidFill>
                <a:schemeClr val="lt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0" y="1782300"/>
            <a:ext cx="9144000" cy="5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1"/>
                </a:solidFill>
                <a:latin typeface="Nanum Gothic"/>
                <a:ea typeface="Nanum Gothic"/>
                <a:cs typeface="Nanum Gothic"/>
                <a:sym typeface="Nanum Gothic"/>
              </a:rPr>
              <a:t>{{LINE}}</a:t>
            </a:r>
            <a:endParaRPr b="1" sz="3400">
              <a:solidFill>
                <a:schemeClr val="lt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4" title="EM &amp; KM Praise Night Slid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4"/>
          <p:cNvSpPr txBox="1"/>
          <p:nvPr/>
        </p:nvSpPr>
        <p:spPr>
          <a:xfrm>
            <a:off x="1082025" y="2089950"/>
            <a:ext cx="5619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{{PRAYER_KO}}</a:t>
            </a:r>
            <a:endParaRPr sz="5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{{PRAYER_EN}}</a:t>
            </a:r>
            <a:endParaRPr sz="5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74" title="EM &amp; KM Praise Night Slide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74"/>
          <p:cNvSpPr txBox="1"/>
          <p:nvPr/>
        </p:nvSpPr>
        <p:spPr>
          <a:xfrm>
            <a:off x="526350" y="592975"/>
            <a:ext cx="2529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{{PRAYER_HEADING}}</a:t>
            </a:r>
            <a:endParaRPr sz="4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431" name="Google Shape;431;p74"/>
          <p:cNvSpPr txBox="1"/>
          <p:nvPr/>
        </p:nvSpPr>
        <p:spPr>
          <a:xfrm>
            <a:off x="526350" y="1858950"/>
            <a:ext cx="8091300" cy="4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anumGothicExtraBold"/>
              <a:buChar char="-"/>
            </a:pPr>
            <a:r>
              <a:rPr lang="en" sz="26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{{PRAYER_TOPIC}}</a:t>
            </a:r>
            <a:endParaRPr sz="26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/>
          <p:nvPr/>
        </p:nvSpPr>
        <p:spPr>
          <a:xfrm>
            <a:off x="334000" y="212325"/>
            <a:ext cx="431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{{PASSAGE_KO}}</a:t>
            </a:r>
            <a:endParaRPr sz="21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{{PASSAGE_EN}}</a:t>
            </a:r>
            <a:endParaRPr sz="21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67" name="Google Shape;367;p66"/>
          <p:cNvSpPr txBox="1"/>
          <p:nvPr/>
        </p:nvSpPr>
        <p:spPr>
          <a:xfrm>
            <a:off x="334000" y="1582125"/>
            <a:ext cx="86079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{{VERSE_REF_KO}}</a:t>
            </a:r>
            <a:endParaRPr sz="30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24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{{VERSE_KO}}</a:t>
            </a:r>
            <a:endParaRPr sz="2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68" name="Google Shape;368;p66"/>
          <p:cNvSpPr txBox="1"/>
          <p:nvPr/>
        </p:nvSpPr>
        <p:spPr>
          <a:xfrm>
            <a:off x="370500" y="4176596"/>
            <a:ext cx="84030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{{VERSE_REF_EN}}</a:t>
            </a:r>
            <a:endParaRPr sz="30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24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{{VERSE_EN}}</a:t>
            </a:r>
            <a:endParaRPr sz="24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