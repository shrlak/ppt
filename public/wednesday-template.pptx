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 autoCompressPictures="0">
  <p:sldMasterIdLst>
    <p:sldMasterId id="2147483660" r:id="rId1"/>
    <p:sldMasterId id="2147483672" r:id="rId2"/>
  </p:sldMasterIdLst>
  <p:sldIdLst>
    <p:sldId id="257" r:id="rId901"/>
    <p:sldId id="258" r:id="rId902"/>
    <p:sldId id="259" r:id="rId903"/>
    <p:sldId id="260" r:id="rId904"/>
    <p:sldId id="261" r:id="rId905"/>
    <p:sldId id="262" r:id="rId906"/>
    <p:sldId id="263" r:id="rId907"/>
    <p:sldId id="264" r:id="rId908"/>
    <p:sldId id="265" r:id="rId909"/>
    <p:sldId id="266" r:id="rId910"/>
    <p:sldId id="267" r:id="rId911"/>
  </p:sldIdLst>
  <p:sldSz cx="13004800" cy="9753600"/>
  <p:notesSz cx="6858000" cy="9144000"/>
  <p:defaultTextStyle>
    <a:defPPr>
      <a:defRPr lang="en-US"/>
    </a:defPPr>
    <a:lvl1pPr algn="l" defTabSz="584200" rtl="0" eaLnBrk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marL="457200" indent="-228600" algn="l" defTabSz="584200" rtl="0" eaLnBrk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marL="914400" indent="-457200" algn="l" defTabSz="584200" rtl="0" eaLnBrk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marL="1371600" indent="-685800" algn="l" defTabSz="584200" rtl="0" eaLnBrk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marL="1828800" indent="-914400" algn="l" defTabSz="584200" rtl="0" eaLnBrk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6pPr>
    <a:lvl7pPr marL="27432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7pPr>
    <a:lvl8pPr marL="32004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8pPr>
    <a:lvl9pPr marL="36576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FF9933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08" autoAdjust="0"/>
    <p:restoredTop sz="94658" autoAdjust="0"/>
  </p:normalViewPr>
  <p:slideViewPr>
    <p:cSldViewPr>
      <p:cViewPr varScale="1">
        <p:scale>
          <a:sx n="84" d="100"/>
          <a:sy n="84" d="100"/>
        </p:scale>
        <p:origin x="2304" y="20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45" Type="http://schemas.openxmlformats.org/officeDocument/2006/relationships/presProps" Target="presProps.xml"/><Relationship Id="rId48" Type="http://schemas.openxmlformats.org/officeDocument/2006/relationships/tableStyles" Target="tableStyles.xml"/><Relationship Id="rId46" Type="http://schemas.openxmlformats.org/officeDocument/2006/relationships/viewProps" Target="viewProps.xml"/><Relationship Id="rId901" Type="http://schemas.openxmlformats.org/officeDocument/2006/relationships/slide" Target="slides/slide1.xml"/><Relationship Id="rId902" Type="http://schemas.openxmlformats.org/officeDocument/2006/relationships/slide" Target="slides/slide2.xml"/><Relationship Id="rId903" Type="http://schemas.openxmlformats.org/officeDocument/2006/relationships/slide" Target="slides/slide3.xml"/><Relationship Id="rId904" Type="http://schemas.openxmlformats.org/officeDocument/2006/relationships/slide" Target="slides/slide4.xml"/><Relationship Id="rId905" Type="http://schemas.openxmlformats.org/officeDocument/2006/relationships/slide" Target="slides/slide5.xml"/><Relationship Id="rId906" Type="http://schemas.openxmlformats.org/officeDocument/2006/relationships/slide" Target="slides/slide6.xml"/><Relationship Id="rId907" Type="http://schemas.openxmlformats.org/officeDocument/2006/relationships/slide" Target="slides/slide7.xml"/><Relationship Id="rId908" Type="http://schemas.openxmlformats.org/officeDocument/2006/relationships/slide" Target="slides/slide8.xml"/><Relationship Id="rId909" Type="http://schemas.openxmlformats.org/officeDocument/2006/relationships/slide" Target="slides/slide9.xml"/><Relationship Id="rId910" Type="http://schemas.openxmlformats.org/officeDocument/2006/relationships/slide" Target="slides/slide10.xml"/><Relationship Id="rId911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596249"/>
            <a:ext cx="11054080" cy="3395698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596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7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2431629"/>
            <a:ext cx="11216640" cy="4057226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07" y="6527239"/>
            <a:ext cx="11216640" cy="21335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62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29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519291"/>
            <a:ext cx="11216640" cy="188524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681" y="2390987"/>
            <a:ext cx="5528734" cy="117178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681" y="3562773"/>
            <a:ext cx="5528734" cy="5240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74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64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74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734" y="1404340"/>
            <a:ext cx="6583680" cy="69313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263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734" y="1404340"/>
            <a:ext cx="6583680" cy="6931378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1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499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1" y="519289"/>
            <a:ext cx="2804160" cy="82657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081" y="519289"/>
            <a:ext cx="8249920" cy="82657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53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BEC454-649C-39E6-9299-8D78CBBD0B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7569" y="1237556"/>
            <a:ext cx="2629665" cy="54536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240" b="1">
                <a:solidFill>
                  <a:schemeClr val="bg1"/>
                </a:solidFill>
                <a:latin typeface="12LotteMartDreamBold" panose="02020603020101020101" pitchFamily="18" charset="-127"/>
                <a:ea typeface="12LotteMartDreamBold" panose="02020603020101020101" pitchFamily="18" charset="-127"/>
              </a:defRPr>
            </a:lvl1pPr>
          </a:lstStyle>
          <a:p>
            <a:pPr lvl="0"/>
            <a:r>
              <a:rPr lang="en-US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7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일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ABFACC7-558D-AF2F-2484-91E9C91E3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7569" y="1905935"/>
            <a:ext cx="2629665" cy="54536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53" b="1">
                <a:solidFill>
                  <a:schemeClr val="bg1"/>
                </a:solidFill>
                <a:latin typeface="12LotteMartDreamBold" panose="02020603020101020101" pitchFamily="18" charset="-127"/>
                <a:ea typeface="12LotteMartDreamBold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수요예배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027F613-EC50-D694-681E-787095334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470" y="3967957"/>
            <a:ext cx="11743862" cy="1269113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6400" b="1">
                <a:solidFill>
                  <a:srgbClr val="FAE3C3"/>
                </a:solidFill>
                <a:latin typeface="Godo B" panose="02000503000000020004" pitchFamily="2" charset="-127"/>
                <a:ea typeface="Godo B" panose="02000503000000020004" pitchFamily="2" charset="-127"/>
              </a:defRPr>
            </a:lvl1pPr>
          </a:lstStyle>
          <a:p>
            <a:pPr lvl="0"/>
            <a:r>
              <a:rPr lang="ko-KR" altLang="en-US" dirty="0"/>
              <a:t>안전한 지대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9797A4B-68AE-C820-F820-DECFE01BE0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1419" y="5532048"/>
            <a:ext cx="7881963" cy="54536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987" b="1">
                <a:solidFill>
                  <a:schemeClr val="bg1"/>
                </a:solidFill>
                <a:latin typeface="12LotteMartDreamBold" panose="02020603020101020101" pitchFamily="18" charset="-127"/>
                <a:ea typeface="12LotteMartDreamBold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시편 </a:t>
            </a:r>
            <a:r>
              <a:rPr lang="en-US" altLang="ko-KR" dirty="0"/>
              <a:t>12</a:t>
            </a:r>
            <a:r>
              <a:rPr lang="ko-KR" altLang="en-US" dirty="0"/>
              <a:t>편 </a:t>
            </a:r>
            <a:r>
              <a:rPr lang="en-US" altLang="ko-KR" dirty="0"/>
              <a:t>1-8</a:t>
            </a:r>
            <a:r>
              <a:rPr lang="ko-KR" altLang="en-US" dirty="0"/>
              <a:t>절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6D9ADCF-36E5-FD30-C6CD-6758B8A4FF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561" y="7365569"/>
            <a:ext cx="1344415" cy="54536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987" b="1">
                <a:solidFill>
                  <a:schemeClr val="bg1"/>
                </a:solidFill>
                <a:latin typeface="12LotteMartDreamBold" panose="02020603020101020101" pitchFamily="18" charset="-127"/>
                <a:ea typeface="12LotteMartDreamBold" panose="02020603020101020101" pitchFamily="18" charset="-127"/>
              </a:defRPr>
            </a:lvl1pPr>
          </a:lstStyle>
          <a:p>
            <a:pPr lvl="0"/>
            <a:r>
              <a:rPr lang="ko-KR" altLang="en-US" dirty="0" err="1"/>
              <a:t>고신석</a:t>
            </a:r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E51AF4C-FA7A-87EF-0421-7FDE821F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32200" y="7365569"/>
            <a:ext cx="1230021" cy="545361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2560" b="1">
                <a:solidFill>
                  <a:schemeClr val="bg1"/>
                </a:solidFill>
                <a:latin typeface="12LotteMartDreamBold" panose="02020603020101020101" pitchFamily="18" charset="-127"/>
                <a:ea typeface="12LotteMartDreamBold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목사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541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519291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4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32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925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E860FC-8FD1-BAF2-9F74-879165EF5D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12LotteMartHappyBold" panose="02020603020101020101" pitchFamily="18" charset="-127"/>
                <a:ea typeface="12LotteMartHappyBold" panose="02020603020101020101" pitchFamily="18" charset="-127"/>
              </a:rPr>
              <a:t>{{DATE_KO}}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2AA0E-85D2-286C-271B-99BBB24D9B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12LotteMartHappyBold" panose="02020603020101020101" pitchFamily="18" charset="-127"/>
                <a:ea typeface="12LotteMartHappyBold" panose="02020603020101020101" pitchFamily="18" charset="-127"/>
              </a:rPr>
              <a:t>수요예배</a:t>
            </a:r>
            <a:endParaRPr lang="en-US" dirty="0">
              <a:latin typeface="12LotteMartHappyBold" panose="02020603020101020101" pitchFamily="18" charset="-127"/>
              <a:ea typeface="12LotteMartHappyBold" panose="02020603020101020101" pitchFamily="18" charset="-12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37FAF-681C-ED05-1618-212E02979C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{{SERMON_TITLE}}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CA2EF-5A44-826B-0E1E-FCB1CC1698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{{RANGE_KO}}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D69E34-E7A8-76D5-2F11-710549D6CE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{{PREACHER}}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E4FD54-3AD4-A269-15B6-FF7F9F9899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{{PREACHER_TITLE}}</a:t>
            </a:r>
          </a:p>
        </p:txBody>
      </p:sp>
    </p:spTree>
    <p:extLst>
      <p:ext uri="{BB962C8B-B14F-4D97-AF65-F5344CB8AC3E}">
        <p14:creationId xmlns:p14="http://schemas.microsoft.com/office/powerpoint/2010/main" val="407916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C0183B-3E33-561F-1C3A-B14B8594C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12500" r="12500"/>
          <a:stretch>
            <a:fillRect/>
          </a:stretch>
        </p:blipFill>
        <p:spPr>
          <a:xfrm>
            <a:off x="-101600" y="-76200"/>
            <a:ext cx="13106400" cy="9829800"/>
          </a:xfrm>
          <a:prstGeom prst="rect">
            <a:avLst/>
          </a:prstGeom>
        </p:spPr>
      </p:pic>
      <p:sp>
        <p:nvSpPr>
          <p:cNvPr id="3075" name="Rectangle 2">
            <a:extLst>
              <a:ext uri="{FF2B5EF4-FFF2-40B4-BE49-F238E27FC236}">
                <a16:creationId xmlns:a16="http://schemas.microsoft.com/office/drawing/2014/main" id="{18D191D4-A676-7760-1024-6AD4DB339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2038"/>
            <a:ext cx="12369800" cy="1733550"/>
          </a:xfrm>
          <a:prstGeom prst="rect">
            <a:avLst/>
          </a:prstGeom>
          <a:solidFill>
            <a:schemeClr val="bg1">
              <a:alpha val="71764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/>
            <a:endParaRPr lang="en-US" altLang="en-US" sz="2200" b="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076" name="Text Box 8">
            <a:extLst>
              <a:ext uri="{FF2B5EF4-FFF2-40B4-BE49-F238E27FC236}">
                <a16:creationId xmlns:a16="http://schemas.microsoft.com/office/drawing/2014/main" id="{1D05421E-9953-CCDB-2CF3-CC82C4083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29" y="3063875"/>
            <a:ext cx="9613209" cy="964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/>
            <a:r>
              <a:rPr lang="ko-KR" altLang="en-US" sz="2800" b="0" dirty="0">
                <a:solidFill>
                  <a:schemeClr val="bg1"/>
                </a:solidFill>
                <a:latin typeface="이순신 돋움체 B" charset="0"/>
                <a:ea typeface="이순신 돋움체 B" charset="0"/>
                <a:cs typeface="이순신 돋움체 B" charset="0"/>
                <a:sym typeface="이순신 돋움체 B" charset="0"/>
              </a:rPr>
              <a:t>하나님의 성령으로 봉사하며 그리스도 예수로 자랑하고 </a:t>
            </a:r>
            <a:endParaRPr lang="en-US" altLang="ko-KR" sz="2800" b="0" dirty="0">
              <a:solidFill>
                <a:schemeClr val="bg1"/>
              </a:solidFill>
              <a:latin typeface="이순신 돋움체 B" charset="0"/>
              <a:ea typeface="이순신 돋움체 B" charset="0"/>
              <a:cs typeface="이순신 돋움체 B" charset="0"/>
              <a:sym typeface="이순신 돋움체 B" charset="0"/>
            </a:endParaRPr>
          </a:p>
          <a:p>
            <a:pPr algn="ctr" eaLnBrk="1"/>
            <a:r>
              <a:rPr lang="ko-KR" altLang="en-US" sz="2800" b="0" dirty="0">
                <a:solidFill>
                  <a:schemeClr val="bg1"/>
                </a:solidFill>
                <a:latin typeface="이순신 돋움체 B" charset="0"/>
                <a:ea typeface="이순신 돋움체 B" charset="0"/>
                <a:cs typeface="이순신 돋움체 B" charset="0"/>
                <a:sym typeface="이순신 돋움체 B" charset="0"/>
              </a:rPr>
              <a:t>육체를 신뢰하지 아니하는 우리가 곧 할례파라 </a:t>
            </a:r>
            <a:r>
              <a:rPr lang="en-US" altLang="ko-KR" sz="2800" b="0" dirty="0">
                <a:solidFill>
                  <a:schemeClr val="bg1"/>
                </a:solidFill>
                <a:latin typeface="이순신 돋움체 B" charset="0"/>
                <a:ea typeface="이순신 돋움체 B" charset="0"/>
                <a:cs typeface="이순신 돋움체 B" charset="0"/>
                <a:sym typeface="이순신 돋움체 B" charset="0"/>
              </a:rPr>
              <a:t>(</a:t>
            </a:r>
            <a:r>
              <a:rPr lang="ko-KR" altLang="en-US" sz="2800" b="0" dirty="0">
                <a:solidFill>
                  <a:schemeClr val="bg1"/>
                </a:solidFill>
                <a:latin typeface="이순신 돋움체 B" charset="0"/>
                <a:ea typeface="이순신 돋움체 B" charset="0"/>
                <a:cs typeface="이순신 돋움체 B" charset="0"/>
                <a:sym typeface="이순신 돋움체 B" charset="0"/>
              </a:rPr>
              <a:t>빌립보서 </a:t>
            </a:r>
            <a:r>
              <a:rPr lang="en-US" altLang="ko-KR" sz="2800" b="0" dirty="0">
                <a:solidFill>
                  <a:schemeClr val="bg1"/>
                </a:solidFill>
                <a:latin typeface="이순신 돋움체 B" charset="0"/>
                <a:ea typeface="이순신 돋움체 B" charset="0"/>
                <a:cs typeface="이순신 돋움체 B" charset="0"/>
                <a:sym typeface="이순신 돋움체 B" charset="0"/>
              </a:rPr>
              <a:t>3:3)</a:t>
            </a:r>
            <a:endParaRPr lang="en-US" altLang="en-US" sz="2800" b="0" dirty="0">
              <a:solidFill>
                <a:schemeClr val="bg1"/>
              </a:solidFill>
              <a:latin typeface="이순신 돋움체 B" charset="0"/>
              <a:ea typeface="이순신 돋움체 B" charset="0"/>
              <a:cs typeface="이순신 돋움체 B" charset="0"/>
              <a:sym typeface="이순신 돋움체 B" charset="0"/>
            </a:endParaRPr>
          </a:p>
        </p:txBody>
      </p:sp>
      <p:sp>
        <p:nvSpPr>
          <p:cNvPr id="3077" name="Text Box 7">
            <a:extLst>
              <a:ext uri="{FF2B5EF4-FFF2-40B4-BE49-F238E27FC236}">
                <a16:creationId xmlns:a16="http://schemas.microsoft.com/office/drawing/2014/main" id="{FC663F9E-269B-E1BD-0596-5AD18785E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4400" y="340360"/>
            <a:ext cx="5486400" cy="65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/>
            <a:r>
              <a:rPr lang="ko-KR" altLang="en-US" sz="3600" dirty="0">
                <a:solidFill>
                  <a:schemeClr val="bg1"/>
                </a:solidFill>
                <a:latin typeface="이순신 돋움체 B" charset="0"/>
                <a:ea typeface="Gulim" panose="020B0600000101010101" pitchFamily="34" charset="-127"/>
                <a:sym typeface="이순신 돋움체 B" charset="0"/>
              </a:rPr>
              <a:t>피츠버그 한인 중앙 교회</a:t>
            </a:r>
            <a:endParaRPr lang="en-US" altLang="en-US" sz="3600" dirty="0">
              <a:solidFill>
                <a:schemeClr val="bg1"/>
              </a:solidFill>
              <a:latin typeface="이순신 돋움체 B" charset="0"/>
              <a:ea typeface="이순신 돋움체 B" charset="0"/>
              <a:cs typeface="이순신 돋움체 B" charset="0"/>
              <a:sym typeface="이순신 돋움체 B" charset="0"/>
            </a:endParaRPr>
          </a:p>
        </p:txBody>
      </p:sp>
      <p:sp>
        <p:nvSpPr>
          <p:cNvPr id="3078" name="Text Box 3">
            <a:extLst>
              <a:ext uri="{FF2B5EF4-FFF2-40B4-BE49-F238E27FC236}">
                <a16:creationId xmlns:a16="http://schemas.microsoft.com/office/drawing/2014/main" id="{767323F0-F4BE-B8B5-A366-7E289F558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3800" y="960438"/>
            <a:ext cx="1501775" cy="174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/>
            <a:r>
              <a:rPr lang="ko-KR" altLang="en-US" sz="10700" dirty="0">
                <a:solidFill>
                  <a:srgbClr val="404040"/>
                </a:solidFill>
                <a:latin typeface="Gulim" panose="020B0600000101010101" pitchFamily="34" charset="-127"/>
                <a:ea typeface="Gulim" panose="020B0600000101010101" pitchFamily="34" charset="-127"/>
                <a:cs typeface="이순신 돋움체 B" charset="0"/>
                <a:sym typeface="이순신 돋움체 B" charset="0"/>
              </a:rPr>
              <a:t>수</a:t>
            </a:r>
            <a:endParaRPr lang="en-US" altLang="en-US" sz="10700" dirty="0">
              <a:solidFill>
                <a:srgbClr val="404040"/>
              </a:solidFill>
              <a:latin typeface="Gulim" panose="020B0600000101010101" pitchFamily="34" charset="-127"/>
              <a:ea typeface="Gulim" panose="020B0600000101010101" pitchFamily="34" charset="-127"/>
              <a:cs typeface="이순신 돋움체 B" charset="0"/>
              <a:sym typeface="이순신 돋움체 B" charset="0"/>
            </a:endParaRPr>
          </a:p>
        </p:txBody>
      </p:sp>
      <p:sp>
        <p:nvSpPr>
          <p:cNvPr id="3079" name="Text Box 4">
            <a:extLst>
              <a:ext uri="{FF2B5EF4-FFF2-40B4-BE49-F238E27FC236}">
                <a16:creationId xmlns:a16="http://schemas.microsoft.com/office/drawing/2014/main" id="{356C42CD-2B0D-C1AB-48A3-BD5C4270D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7588" y="1069975"/>
            <a:ext cx="1489075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/>
            <a:r>
              <a:rPr lang="ko-KR" altLang="en-US" sz="10600" dirty="0">
                <a:solidFill>
                  <a:srgbClr val="404040"/>
                </a:solidFill>
                <a:latin typeface="Gulim" panose="020B0600000101010101" pitchFamily="34" charset="-127"/>
                <a:ea typeface="Gulim" panose="020B0600000101010101" pitchFamily="34" charset="-127"/>
                <a:cs typeface="이순신 돋움체 B" charset="0"/>
                <a:sym typeface="이순신 돋움체 B" charset="0"/>
              </a:rPr>
              <a:t>요</a:t>
            </a:r>
            <a:endParaRPr lang="en-US" altLang="en-US" sz="10600" dirty="0">
              <a:solidFill>
                <a:srgbClr val="404040"/>
              </a:solidFill>
              <a:latin typeface="Gulim" panose="020B0600000101010101" pitchFamily="34" charset="-127"/>
              <a:ea typeface="Gulim" panose="020B0600000101010101" pitchFamily="34" charset="-127"/>
              <a:cs typeface="이순신 돋움체 B" charset="0"/>
              <a:sym typeface="이순신 돋움체 B" charset="0"/>
            </a:endParaRPr>
          </a:p>
        </p:txBody>
      </p:sp>
      <p:sp>
        <p:nvSpPr>
          <p:cNvPr id="3080" name="Text Box 5">
            <a:extLst>
              <a:ext uri="{FF2B5EF4-FFF2-40B4-BE49-F238E27FC236}">
                <a16:creationId xmlns:a16="http://schemas.microsoft.com/office/drawing/2014/main" id="{39055EF9-BD15-54BD-D071-FB216B77D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1538" y="1084263"/>
            <a:ext cx="13716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/>
            <a:r>
              <a:rPr lang="en-US" altLang="en-US" sz="9900" dirty="0">
                <a:solidFill>
                  <a:srgbClr val="404040"/>
                </a:solidFill>
                <a:latin typeface="이순신 돋움체 B" charset="0"/>
                <a:ea typeface="이순신 돋움체 B" charset="0"/>
                <a:cs typeface="이순신 돋움체 B" charset="0"/>
                <a:sym typeface="이순신 돋움체 B" charset="0"/>
              </a:rPr>
              <a:t>예</a:t>
            </a:r>
          </a:p>
        </p:txBody>
      </p:sp>
      <p:sp>
        <p:nvSpPr>
          <p:cNvPr id="3081" name="Text Box 6">
            <a:extLst>
              <a:ext uri="{FF2B5EF4-FFF2-40B4-BE49-F238E27FC236}">
                <a16:creationId xmlns:a16="http://schemas.microsoft.com/office/drawing/2014/main" id="{6AC9E3D0-61B4-4A3D-A617-2FF5214A8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675" y="1260475"/>
            <a:ext cx="1371600" cy="162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/>
            <a:r>
              <a:rPr lang="en-US" altLang="en-US" sz="9900">
                <a:solidFill>
                  <a:srgbClr val="404040"/>
                </a:solidFill>
                <a:latin typeface="이순신 돋움체 B" charset="0"/>
                <a:ea typeface="이순신 돋움체 B" charset="0"/>
                <a:cs typeface="이순신 돋움체 B" charset="0"/>
                <a:sym typeface="이순신 돋움체 B" charset="0"/>
              </a:rPr>
              <a:t>배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4F4EC0F8-8948-6993-B10D-8D2863A6532B}"/>
              </a:ext>
            </a:extLst>
          </p:cNvPr>
          <p:cNvSpPr txBox="1">
            <a:spLocks/>
          </p:cNvSpPr>
          <p:nvPr/>
        </p:nvSpPr>
        <p:spPr bwMode="auto">
          <a:xfrm>
            <a:off x="3530601" y="2127569"/>
            <a:ext cx="2408238" cy="65659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50800" tIns="50800" rIns="50800" bIns="50800" anchor="ctr">
            <a:spAutoFit/>
          </a:bodyPr>
          <a:lstStyle>
            <a:lvl1pPr>
              <a:defRPr sz="24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defRPr>
            </a:lvl9pPr>
          </a:lstStyle>
          <a:p>
            <a:pPr algn="ctr" eaLnBrk="1">
              <a:defRPr/>
            </a:pPr>
            <a:r>
              <a:rPr lang="en-US" altLang="ko-KR" sz="3600" dirty="0">
                <a:solidFill>
                  <a:schemeClr val="accent1">
                    <a:lumMod val="75000"/>
                  </a:schemeClr>
                </a:solidFill>
                <a:latin typeface="이순신 돋움체 B"/>
                <a:ea typeface="굴림"/>
                <a:sym typeface="이순신 돋움체 B" charset="0"/>
              </a:rPr>
              <a:t>{{DATE_DOT}}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9C3FFFAF-55B0-ED41-8402-D3CA7DFF1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3275" y="1425575"/>
            <a:ext cx="150813" cy="1089025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 sz="3413">
              <a:solidFill>
                <a:srgbClr val="FFFFFF"/>
              </a:solidFill>
              <a:latin typeface="HY울릉도M" charset="0"/>
              <a:ea typeface="HY울릉도M" charset="0"/>
              <a:cs typeface="HY울릉도M" charset="0"/>
              <a:sym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A7FF44-DEF9-EEF5-3F66-8119B58FF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55600" y="-36362"/>
            <a:ext cx="13767358" cy="9808118"/>
          </a:xfr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AAE51D77-38BE-FB8D-C77A-92726CBC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0" y="7162800"/>
            <a:ext cx="5410200" cy="1954213"/>
          </a:xfrm>
          <a:prstGeom prst="rect">
            <a:avLst/>
          </a:prstGeom>
          <a:solidFill>
            <a:schemeClr val="tx2">
              <a:lumMod val="60000"/>
              <a:lumOff val="40000"/>
              <a:alpha val="50195"/>
            </a:schemeClr>
          </a:solidFill>
          <a:ln>
            <a:noFill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 sz="3413" dirty="0">
              <a:solidFill>
                <a:srgbClr val="FFFFFF"/>
              </a:solidFill>
              <a:latin typeface="HY울릉도M" charset="0"/>
              <a:ea typeface="HY울릉도M" charset="0"/>
              <a:cs typeface="HY울릉도M" charset="0"/>
              <a:sym typeface="Helvetica Neue" panose="02000503000000020004" pitchFamily="2" charset="0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49F91AE-44AB-7B74-4196-59B828EFF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60400" y="7696200"/>
            <a:ext cx="5556250" cy="1143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algn="r">
              <a:defRPr/>
            </a:pPr>
            <a:r>
              <a:rPr lang="ko-KR" altLang="en-US" sz="6827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울릉도M" charset="0"/>
                <a:ea typeface="HY울릉도M" charset="0"/>
                <a:cs typeface="HY울릉도M" charset="0"/>
                <a:sym typeface="Helvetica Neue" panose="02000503000000020004" pitchFamily="2" charset="0"/>
              </a:rPr>
              <a:t>경배와 찬양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C248F40-F829-4A84-6CAC-C33299D22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2291" name="Content Placeholder 4">
            <a:extLst>
              <a:ext uri="{FF2B5EF4-FFF2-40B4-BE49-F238E27FC236}">
                <a16:creationId xmlns:a16="http://schemas.microsoft.com/office/drawing/2014/main" id="{A8BA4F46-B170-409E-A755-73506B80D9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9" t="2" b="-3241"/>
          <a:stretch>
            <a:fillRect/>
          </a:stretch>
        </p:blipFill>
        <p:spPr>
          <a:xfrm>
            <a:off x="0" y="0"/>
            <a:ext cx="13046075" cy="10112375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C5F758-91BC-22A5-2E5E-F5B226B0CC0E}"/>
              </a:ext>
            </a:extLst>
          </p:cNvPr>
          <p:cNvCxnSpPr>
            <a:cxnSpLocks/>
          </p:cNvCxnSpPr>
          <p:nvPr/>
        </p:nvCxnSpPr>
        <p:spPr>
          <a:xfrm>
            <a:off x="0" y="1198563"/>
            <a:ext cx="13046075" cy="0"/>
          </a:xfrm>
          <a:prstGeom prst="line">
            <a:avLst/>
          </a:prstGeom>
          <a:ln cmpd="dbl">
            <a:solidFill>
              <a:srgbClr val="4725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0DB265B-302F-B210-66A7-3C08C2C0C2BF}"/>
              </a:ext>
            </a:extLst>
          </p:cNvPr>
          <p:cNvSpPr txBox="1"/>
          <p:nvPr/>
        </p:nvSpPr>
        <p:spPr>
          <a:xfrm>
            <a:off x="565150" y="273050"/>
            <a:ext cx="1847850" cy="7064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3982" dirty="0">
                <a:solidFill>
                  <a:srgbClr val="47250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Helvetica Neue" panose="02000503000000020004" pitchFamily="2" charset="0"/>
                <a:sym typeface="Helvetica Neue" panose="02000503000000020004" pitchFamily="2" charset="0"/>
              </a:rPr>
              <a:t>찬 양</a:t>
            </a:r>
            <a:endParaRPr lang="en-US" sz="3982" dirty="0">
              <a:solidFill>
                <a:srgbClr val="47250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Helvetica Neue" panose="02000503000000020004" pitchFamily="2" charset="0"/>
              <a:sym typeface="Helvetica Neue" panose="02000503000000020004" pitchFamily="2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942C25-4C2E-6D91-DE65-171B502141F5}"/>
              </a:ext>
            </a:extLst>
          </p:cNvPr>
          <p:cNvCxnSpPr>
            <a:cxnSpLocks/>
          </p:cNvCxnSpPr>
          <p:nvPr/>
        </p:nvCxnSpPr>
        <p:spPr>
          <a:xfrm>
            <a:off x="-20638" y="1381125"/>
            <a:ext cx="13046076" cy="0"/>
          </a:xfrm>
          <a:prstGeom prst="line">
            <a:avLst/>
          </a:prstGeom>
          <a:ln cmpd="dbl">
            <a:solidFill>
              <a:srgbClr val="4725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1A18BFB-2707-93E6-BB82-A9FBE3D842C9}"/>
              </a:ext>
            </a:extLst>
          </p:cNvPr>
          <p:cNvSpPr txBox="1"/>
          <p:nvPr/>
        </p:nvSpPr>
        <p:spPr>
          <a:xfrm>
            <a:off x="2082800" y="381000"/>
            <a:ext cx="8991600" cy="1143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3413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 panose="02000503000000020004" pitchFamily="2" charset="0"/>
              </a:rPr>
              <a:t> </a:t>
            </a:r>
            <a:endParaRPr lang="en-US" altLang="ko-KR" sz="3413" dirty="0">
              <a:solidFill>
                <a:srgbClr val="47250B"/>
              </a:solidFill>
              <a:latin typeface="Helvetica Neue" panose="02000503000000020004" pitchFamily="2" charset="0"/>
              <a:ea typeface="NanumGothic" panose="020D0604000000000000" pitchFamily="34" charset="-127"/>
              <a:cs typeface="Helvetica Neue" panose="02000503000000020004" pitchFamily="2" charset="0"/>
              <a:sym typeface="Helvetica Neue" panose="02000503000000020004" pitchFamily="2" charset="0"/>
            </a:endParaRPr>
          </a:p>
          <a:p>
            <a:pPr>
              <a:defRPr/>
            </a:pPr>
            <a:r>
              <a:rPr lang="ko-KR" altLang="en-US" sz="3413" dirty="0">
                <a:solidFill>
                  <a:srgbClr val="47250B"/>
                </a:solidFill>
                <a:latin typeface="Helvetica Neue" panose="02000503000000020004" pitchFamily="2" charset="0"/>
                <a:ea typeface="NanumGothic" panose="020D0604000000000000" pitchFamily="34" charset="-127"/>
                <a:cs typeface="Helvetica Neue" panose="02000503000000020004" pitchFamily="2" charset="0"/>
                <a:sym typeface="Helvetica Neue" panose="02000503000000020004" pitchFamily="2" charset="0"/>
              </a:rPr>
              <a:t> </a:t>
            </a:r>
            <a:r>
              <a:rPr lang="ko-KR" altLang="en-US" sz="3413" dirty="0">
                <a:solidFill>
                  <a:srgbClr val="47250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Helvetica Neue" panose="02000503000000020004" pitchFamily="2" charset="0"/>
                <a:sym typeface="Helvetica Neue" panose="02000503000000020004" pitchFamily="2" charset="0"/>
              </a:rPr>
              <a:t>  </a:t>
            </a:r>
            <a:endParaRPr lang="en-US" sz="3413" dirty="0">
              <a:solidFill>
                <a:srgbClr val="47250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Helvetica Neue" panose="02000503000000020004" pitchFamily="2" charset="0"/>
              <a:sym typeface="Helvetica Neue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361B83-07D7-7C1B-99E2-EBA28D747B45}"/>
              </a:ext>
            </a:extLst>
          </p:cNvPr>
          <p:cNvSpPr txBox="1"/>
          <p:nvPr/>
        </p:nvSpPr>
        <p:spPr>
          <a:xfrm>
            <a:off x="292100" y="4183367"/>
            <a:ext cx="12420600" cy="1477328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996"/>
              </a:spcBef>
              <a:defRPr/>
            </a:pPr>
            <a:r>
              <a:rPr lang="ko-KR" altLang="en-US" sz="7200" b="0" dirty="0">
                <a:latin typeface="NanumGothic" panose="020D0604000000000000" pitchFamily="34" charset="-127"/>
                <a:ea typeface="NanumGothic" panose="020D0604000000000000" pitchFamily="34" charset="-127"/>
                <a:cs typeface="Daum_SemiBold"/>
              </a:rPr>
              <a:t>{{SONG_TITLE}}</a:t>
            </a:r>
          </a:p>
        </p:txBody>
      </p:sp>
    </p:spTree>
    <p:extLst>
      <p:ext uri="{BB962C8B-B14F-4D97-AF65-F5344CB8AC3E}">
        <p14:creationId xmlns:p14="http://schemas.microsoft.com/office/powerpoint/2010/main" val="117026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49B60F2C-ACD1-3E83-0A99-4CD49DAC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3557" name="Content Placeholder 1">
            <a:extLst>
              <a:ext uri="{FF2B5EF4-FFF2-40B4-BE49-F238E27FC236}">
                <a16:creationId xmlns:a16="http://schemas.microsoft.com/office/drawing/2014/main" id="{9896D828-D68A-CFD2-2D01-2A1D4062D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3555" name="TextBox 6">
            <a:extLst>
              <a:ext uri="{FF2B5EF4-FFF2-40B4-BE49-F238E27FC236}">
                <a16:creationId xmlns:a16="http://schemas.microsoft.com/office/drawing/2014/main" id="{BEC93820-A84C-B7A2-1DC0-A3E0BF609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5613" y="7726363"/>
            <a:ext cx="2706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ko-KR" altLang="en-US" sz="68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기 도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357CE9-7878-5ABD-D9B2-08F7AFE63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8950" y="7818438"/>
            <a:ext cx="242888" cy="1152525"/>
          </a:xfrm>
          <a:prstGeom prst="rect">
            <a:avLst/>
          </a:prstGeom>
          <a:solidFill>
            <a:srgbClr val="E46C0A"/>
          </a:solidFill>
          <a:ln>
            <a:noFill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 sz="3413">
              <a:solidFill>
                <a:srgbClr val="FFFFFF"/>
              </a:solidFill>
              <a:latin typeface="HY울릉도M" charset="0"/>
              <a:ea typeface="HY울릉도M" charset="0"/>
              <a:cs typeface="HY울릉도M" charset="0"/>
              <a:sym typeface="Helvetica Neue" panose="02000503000000020004" pitchFamily="2" charset="0"/>
            </a:endParaRPr>
          </a:p>
        </p:txBody>
      </p:sp>
      <p:pic>
        <p:nvPicPr>
          <p:cNvPr id="23558" name="Google Shape;739;p6" descr="음식이(가) 표시된 사진&#10;&#10;자동 생성된 설명">
            <a:extLst>
              <a:ext uri="{FF2B5EF4-FFF2-40B4-BE49-F238E27FC236}">
                <a16:creationId xmlns:a16="http://schemas.microsoft.com/office/drawing/2014/main" id="{BD16FE52-B8B6-BF9B-E4DF-B3AB97667B5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13"/>
            <a:ext cx="13004800" cy="974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Rectangle 2">
            <a:extLst>
              <a:ext uri="{FF2B5EF4-FFF2-40B4-BE49-F238E27FC236}">
                <a16:creationId xmlns:a16="http://schemas.microsoft.com/office/drawing/2014/main" id="{3C4EC244-1CE4-B11F-49FB-BB67A6587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7134225"/>
            <a:ext cx="11510962" cy="232727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/>
            <a:endParaRPr lang="en-US" altLang="en-US" sz="2200" b="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07EBA83-B75E-3ABF-1F8A-3EA3A819C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1350" y="7970838"/>
            <a:ext cx="242888" cy="1152525"/>
          </a:xfrm>
          <a:prstGeom prst="rect">
            <a:avLst/>
          </a:prstGeom>
          <a:solidFill>
            <a:srgbClr val="E46C0A"/>
          </a:solidFill>
          <a:ln>
            <a:noFill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 sz="3413">
              <a:solidFill>
                <a:srgbClr val="FFFFFF"/>
              </a:solidFill>
              <a:latin typeface="HY울릉도M" charset="0"/>
              <a:ea typeface="HY울릉도M" charset="0"/>
              <a:cs typeface="HY울릉도M" charset="0"/>
              <a:sym typeface="Helvetica Neue" panose="02000503000000020004" pitchFamily="2" charset="0"/>
            </a:endParaRPr>
          </a:p>
        </p:txBody>
      </p:sp>
      <p:sp>
        <p:nvSpPr>
          <p:cNvPr id="23561" name="TextBox 6">
            <a:extLst>
              <a:ext uri="{FF2B5EF4-FFF2-40B4-BE49-F238E27FC236}">
                <a16:creationId xmlns:a16="http://schemas.microsoft.com/office/drawing/2014/main" id="{9E435C95-5147-DC04-3A6B-C12914FF0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8013" y="7878763"/>
            <a:ext cx="2706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ko-KR" altLang="en-US" sz="68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기 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Google Shape;768;p9" descr="실내, 앉아있는, 테이블, 목재의이(가) 표시된 사진&#10;&#10;자동 생성된 설명">
            <a:extLst>
              <a:ext uri="{FF2B5EF4-FFF2-40B4-BE49-F238E27FC236}">
                <a16:creationId xmlns:a16="http://schemas.microsoft.com/office/drawing/2014/main" id="{7AEC1FA7-A22F-89AC-167A-A44AFB7BAAB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Rectangle 4">
            <a:extLst>
              <a:ext uri="{FF2B5EF4-FFF2-40B4-BE49-F238E27FC236}">
                <a16:creationId xmlns:a16="http://schemas.microsoft.com/office/drawing/2014/main" id="{96C44BBE-B307-FD29-FA02-C07C02E66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81050"/>
            <a:ext cx="12431713" cy="3070225"/>
          </a:xfrm>
          <a:prstGeom prst="rect">
            <a:avLst/>
          </a:prstGeom>
          <a:solidFill>
            <a:schemeClr val="tx2">
              <a:alpha val="50195"/>
            </a:schemeClr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ko-KR" altLang="en-US" sz="3400">
              <a:solidFill>
                <a:srgbClr val="FFFFFF"/>
              </a:solidFill>
              <a:ea typeface="Gulim" panose="020B0600000101010101" pitchFamily="34" charset="-127"/>
            </a:endParaRPr>
          </a:p>
        </p:txBody>
      </p:sp>
      <p:sp>
        <p:nvSpPr>
          <p:cNvPr id="24580" name="TextBox 6">
            <a:extLst>
              <a:ext uri="{FF2B5EF4-FFF2-40B4-BE49-F238E27FC236}">
                <a16:creationId xmlns:a16="http://schemas.microsoft.com/office/drawing/2014/main" id="{F29B7BDB-4814-5880-2A22-18A7F0E60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201" y="1533525"/>
            <a:ext cx="31242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ko-KR" altLang="en-US" sz="8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말</a:t>
            </a:r>
            <a:r>
              <a:rPr lang="en-US" altLang="ko-KR" sz="8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en-US" sz="8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씀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827F54B-6E8B-B308-D388-9888C98E2E6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714875" y="2881313"/>
            <a:ext cx="3573463" cy="85725"/>
          </a:xfrm>
          <a:prstGeom prst="rect">
            <a:avLst/>
          </a:prstGeom>
          <a:solidFill>
            <a:srgbClr val="E46C0A"/>
          </a:solidFill>
          <a:ln>
            <a:noFill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 sz="3413">
              <a:solidFill>
                <a:srgbClr val="FFFFFF"/>
              </a:solidFill>
              <a:latin typeface="HY울릉도M" charset="0"/>
              <a:ea typeface="HY울릉도M" charset="0"/>
              <a:cs typeface="HY울릉도M" charset="0"/>
              <a:sym typeface="Helvetica Neue" panose="02000503000000020004" pitchFamily="2" charset="0"/>
            </a:endParaRPr>
          </a:p>
        </p:txBody>
      </p:sp>
      <p:sp>
        <p:nvSpPr>
          <p:cNvPr id="24582" name="TextBox 7">
            <a:extLst>
              <a:ext uri="{FF2B5EF4-FFF2-40B4-BE49-F238E27FC236}">
                <a16:creationId xmlns:a16="http://schemas.microsoft.com/office/drawing/2014/main" id="{87344369-0D38-BE67-11F6-4BA04B4C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4474" y="3024436"/>
            <a:ext cx="489426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4400" dirty="0">
                <a:solidFill>
                  <a:schemeClr val="bg1"/>
                </a:solidFill>
                <a:latin typeface="Malgun Gothic"/>
                <a:ea typeface="Malgun Gothic"/>
              </a:rPr>
              <a:t>{{RANGE_KO}}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7FB96-63EE-9395-2BE5-559FFB7F1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F56B5D2C-31EB-ECDA-A460-6304DFDC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9699" name="Content Placeholder 4">
            <a:extLst>
              <a:ext uri="{FF2B5EF4-FFF2-40B4-BE49-F238E27FC236}">
                <a16:creationId xmlns:a16="http://schemas.microsoft.com/office/drawing/2014/main" id="{F91423DB-F1CA-42F5-9882-18F3AA141A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9" t="2" b="-3241"/>
          <a:stretch>
            <a:fillRect/>
          </a:stretch>
        </p:blipFill>
        <p:spPr>
          <a:xfrm>
            <a:off x="-46633" y="0"/>
            <a:ext cx="13046075" cy="10112375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2655E7-9D82-3D35-E3E5-844C6B9A2A07}"/>
              </a:ext>
            </a:extLst>
          </p:cNvPr>
          <p:cNvCxnSpPr>
            <a:cxnSpLocks/>
          </p:cNvCxnSpPr>
          <p:nvPr/>
        </p:nvCxnSpPr>
        <p:spPr>
          <a:xfrm>
            <a:off x="0" y="1198563"/>
            <a:ext cx="13046075" cy="0"/>
          </a:xfrm>
          <a:prstGeom prst="line">
            <a:avLst/>
          </a:prstGeom>
          <a:ln cmpd="dbl">
            <a:solidFill>
              <a:srgbClr val="4725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6111C99-9682-B769-3C0C-0AFED04DA3EC}"/>
              </a:ext>
            </a:extLst>
          </p:cNvPr>
          <p:cNvSpPr txBox="1"/>
          <p:nvPr/>
        </p:nvSpPr>
        <p:spPr>
          <a:xfrm>
            <a:off x="565150" y="273050"/>
            <a:ext cx="5937250" cy="7001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ko-KR" altLang="en-US" sz="3950" dirty="0">
                <a:solidFill>
                  <a:srgbClr val="47250B"/>
                </a:solidFill>
                <a:latin typeface="NanumGothic"/>
                <a:ea typeface="NanumGothic"/>
                <a:cs typeface="Helvetica Neue" panose="02000503000000020004" pitchFamily="2" charset="0"/>
                <a:sym typeface="Helvetica Neue" panose="02000503000000020004" pitchFamily="2" charset="0"/>
              </a:rPr>
              <a:t>말 씀 ({{RANGE_KO}})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AFD980-D80D-3648-F7E4-37B5C684BD9E}"/>
              </a:ext>
            </a:extLst>
          </p:cNvPr>
          <p:cNvCxnSpPr>
            <a:cxnSpLocks/>
          </p:cNvCxnSpPr>
          <p:nvPr/>
        </p:nvCxnSpPr>
        <p:spPr>
          <a:xfrm>
            <a:off x="-1" y="1378530"/>
            <a:ext cx="13046076" cy="0"/>
          </a:xfrm>
          <a:prstGeom prst="line">
            <a:avLst/>
          </a:prstGeom>
          <a:ln cmpd="dbl">
            <a:solidFill>
              <a:srgbClr val="4725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3" name="TextBox 6">
            <a:extLst>
              <a:ext uri="{FF2B5EF4-FFF2-40B4-BE49-F238E27FC236}">
                <a16:creationId xmlns:a16="http://schemas.microsoft.com/office/drawing/2014/main" id="{C99CB1B8-E649-C885-BFEC-8290BDB9E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1828800"/>
            <a:ext cx="12261850" cy="5589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altLang="ko-KR" sz="3800" dirty="0">
                <a:latin typeface="+mn-ea"/>
                <a:ea typeface="+mn-ea"/>
              </a:rPr>
              <a:t>{{BODY}}</a:t>
            </a:r>
          </a:p>
          <a:p>
            <a:pPr lvl="1">
              <a:lnSpc>
                <a:spcPct val="120000"/>
              </a:lnSpc>
            </a:pPr>
            <a:endParaRPr lang="ko-KR" altLang="en-US" sz="3800" dirty="0">
              <a:latin typeface="+mn-ea"/>
              <a:ea typeface="+mn-ea"/>
            </a:endParaRPr>
          </a:p>
        </p:txBody>
      </p:sp>
      <p:sp>
        <p:nvSpPr>
          <p:cNvPr id="29704" name="TextBox 1">
            <a:extLst>
              <a:ext uri="{FF2B5EF4-FFF2-40B4-BE49-F238E27FC236}">
                <a16:creationId xmlns:a16="http://schemas.microsoft.com/office/drawing/2014/main" id="{5ABBB136-DD8B-EE78-31C8-5429676AD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750" y="926941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ko-KR" altLang="en-US" b="0" dirty="0">
                <a:ea typeface="Gulim" panose="020B0600000101010101" pitchFamily="34" charset="-127"/>
              </a:rPr>
              <a:t>개역개정</a:t>
            </a:r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890191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Google Shape;768;p9" descr="실내, 앉아있는, 테이블, 목재의이(가) 표시된 사진&#10;&#10;자동 생성된 설명">
            <a:extLst>
              <a:ext uri="{FF2B5EF4-FFF2-40B4-BE49-F238E27FC236}">
                <a16:creationId xmlns:a16="http://schemas.microsoft.com/office/drawing/2014/main" id="{2874D44D-E412-C20E-2478-C5017BEC3AD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ctangle 4">
            <a:extLst>
              <a:ext uri="{FF2B5EF4-FFF2-40B4-BE49-F238E27FC236}">
                <a16:creationId xmlns:a16="http://schemas.microsoft.com/office/drawing/2014/main" id="{0A07270D-8252-5A3B-F371-5085EF625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74700"/>
            <a:ext cx="12431713" cy="3070225"/>
          </a:xfrm>
          <a:prstGeom prst="rect">
            <a:avLst/>
          </a:prstGeom>
          <a:solidFill>
            <a:schemeClr val="tx2">
              <a:alpha val="50195"/>
            </a:schemeClr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ko-KR" altLang="en-US" sz="3400">
              <a:solidFill>
                <a:srgbClr val="FFFFFF"/>
              </a:solidFill>
              <a:ea typeface="Gulim" panose="020B0600000101010101" pitchFamily="34" charset="-127"/>
            </a:endParaRPr>
          </a:p>
        </p:txBody>
      </p:sp>
      <p:sp>
        <p:nvSpPr>
          <p:cNvPr id="30724" name="TextBox 6">
            <a:extLst>
              <a:ext uri="{FF2B5EF4-FFF2-40B4-BE49-F238E27FC236}">
                <a16:creationId xmlns:a16="http://schemas.microsoft.com/office/drawing/2014/main" id="{D08B44FE-A915-B30B-420C-EBA7DFBBF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85838"/>
            <a:ext cx="27066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ko-KR" altLang="en-US" sz="68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말</a:t>
            </a:r>
            <a:r>
              <a:rPr lang="en-US" altLang="ko-KR" sz="68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en-US" sz="68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씀</a:t>
            </a:r>
          </a:p>
        </p:txBody>
      </p:sp>
      <p:sp>
        <p:nvSpPr>
          <p:cNvPr id="30725" name="TextBox 7">
            <a:extLst>
              <a:ext uri="{FF2B5EF4-FFF2-40B4-BE49-F238E27FC236}">
                <a16:creationId xmlns:a16="http://schemas.microsoft.com/office/drawing/2014/main" id="{9BF3D422-8201-F06A-08B1-1CF5DB54C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36600" y="2309813"/>
            <a:ext cx="50292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 algn="r"/>
            <a:r>
              <a:rPr lang="ko-KR" altLang="en-US" sz="3400" dirty="0">
                <a:solidFill>
                  <a:schemeClr val="bg1"/>
                </a:solidFill>
                <a:latin typeface="Malgun Gothic"/>
                <a:ea typeface="Malgun Gothic"/>
              </a:rPr>
              <a:t>{{RANGE_KO}}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A1FEBB4A-12DD-253C-4303-D9D6BBD33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14400"/>
            <a:ext cx="242888" cy="1152525"/>
          </a:xfrm>
          <a:prstGeom prst="rect">
            <a:avLst/>
          </a:prstGeom>
          <a:solidFill>
            <a:srgbClr val="E46C0A"/>
          </a:solidFill>
          <a:ln>
            <a:noFill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 sz="3413">
              <a:solidFill>
                <a:srgbClr val="FFFFFF"/>
              </a:solidFill>
              <a:latin typeface="HY울릉도M" charset="0"/>
              <a:ea typeface="HY울릉도M" charset="0"/>
              <a:cs typeface="HY울릉도M" charset="0"/>
              <a:sym typeface="Helvetica Neue" panose="02000503000000020004" pitchFamily="2" charset="0"/>
            </a:endParaRPr>
          </a:p>
        </p:txBody>
      </p:sp>
      <p:sp>
        <p:nvSpPr>
          <p:cNvPr id="30727" name="TextBox 2">
            <a:extLst>
              <a:ext uri="{FF2B5EF4-FFF2-40B4-BE49-F238E27FC236}">
                <a16:creationId xmlns:a16="http://schemas.microsoft.com/office/drawing/2014/main" id="{37AB996B-E8AE-5F34-B2B6-3F30DA197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5655" y="1153414"/>
            <a:ext cx="7975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 algn="r"/>
            <a:r>
              <a:rPr lang="ko-KR" altLang="en-US" sz="4400" dirty="0">
                <a:solidFill>
                  <a:schemeClr val="bg1"/>
                </a:solidFill>
                <a:latin typeface="Malgun Gothic"/>
                <a:ea typeface="Malgun Gothic"/>
              </a:rPr>
              <a:t>{{SERMON_TITLE}}</a:t>
            </a:r>
          </a:p>
        </p:txBody>
      </p:sp>
      <p:sp>
        <p:nvSpPr>
          <p:cNvPr id="30728" name="Text Box 5">
            <a:extLst>
              <a:ext uri="{FF2B5EF4-FFF2-40B4-BE49-F238E27FC236}">
                <a16:creationId xmlns:a16="http://schemas.microsoft.com/office/drawing/2014/main" id="{6E532025-CF48-E2C2-9FCB-9A73EEF1B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2800" y="3108770"/>
            <a:ext cx="3200400" cy="630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0800" tIns="50800" rIns="50800" bIns="50800" anchor="ctr">
            <a:spAutoFit/>
          </a:bodyPr>
          <a:lstStyle/>
          <a:p>
            <a:pPr eaLnBrk="1">
              <a:lnSpc>
                <a:spcPct val="140000"/>
              </a:lnSpc>
              <a:spcBef>
                <a:spcPts val="700"/>
              </a:spcBef>
            </a:pPr>
            <a:r>
              <a:rPr lang="ko-KR" altLang="en-US" sz="2800" dirty="0">
                <a:solidFill>
                  <a:schemeClr val="bg1"/>
                </a:solidFill>
                <a:latin typeface="Gulim" panose="020B0600000101010101" pitchFamily="34" charset="-127"/>
                <a:ea typeface="NanumGothic" pitchFamily="2" charset="-127"/>
                <a:cs typeface="이순신 돋움체 B" charset="0"/>
                <a:sym typeface="이순신 돋움체 B" charset="0"/>
              </a:rPr>
              <a:t>{{PREACHER_LINE}}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49B60F2C-ACD1-3E83-0A99-4CD49DAC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3557" name="Content Placeholder 1">
            <a:extLst>
              <a:ext uri="{FF2B5EF4-FFF2-40B4-BE49-F238E27FC236}">
                <a16:creationId xmlns:a16="http://schemas.microsoft.com/office/drawing/2014/main" id="{9896D828-D68A-CFD2-2D01-2A1D4062D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3555" name="TextBox 6">
            <a:extLst>
              <a:ext uri="{FF2B5EF4-FFF2-40B4-BE49-F238E27FC236}">
                <a16:creationId xmlns:a16="http://schemas.microsoft.com/office/drawing/2014/main" id="{BEC93820-A84C-B7A2-1DC0-A3E0BF609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5613" y="7726363"/>
            <a:ext cx="2706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ko-KR" altLang="en-US" sz="68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기 도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357CE9-7878-5ABD-D9B2-08F7AFE63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8950" y="7818438"/>
            <a:ext cx="242888" cy="1152525"/>
          </a:xfrm>
          <a:prstGeom prst="rect">
            <a:avLst/>
          </a:prstGeom>
          <a:solidFill>
            <a:srgbClr val="E46C0A"/>
          </a:solidFill>
          <a:ln>
            <a:noFill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 sz="3413">
              <a:solidFill>
                <a:srgbClr val="FFFFFF"/>
              </a:solidFill>
              <a:latin typeface="HY울릉도M" charset="0"/>
              <a:ea typeface="HY울릉도M" charset="0"/>
              <a:cs typeface="HY울릉도M" charset="0"/>
              <a:sym typeface="Helvetica Neue" panose="02000503000000020004" pitchFamily="2" charset="0"/>
            </a:endParaRPr>
          </a:p>
        </p:txBody>
      </p:sp>
      <p:pic>
        <p:nvPicPr>
          <p:cNvPr id="23558" name="Google Shape;739;p6" descr="음식이(가) 표시된 사진&#10;&#10;자동 생성된 설명">
            <a:extLst>
              <a:ext uri="{FF2B5EF4-FFF2-40B4-BE49-F238E27FC236}">
                <a16:creationId xmlns:a16="http://schemas.microsoft.com/office/drawing/2014/main" id="{BD16FE52-B8B6-BF9B-E4DF-B3AB97667B5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13"/>
            <a:ext cx="13004800" cy="974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Rectangle 2">
            <a:extLst>
              <a:ext uri="{FF2B5EF4-FFF2-40B4-BE49-F238E27FC236}">
                <a16:creationId xmlns:a16="http://schemas.microsoft.com/office/drawing/2014/main" id="{3C4EC244-1CE4-B11F-49FB-BB67A6587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7134225"/>
            <a:ext cx="11510962" cy="232727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/>
            <a:endParaRPr lang="en-US" altLang="en-US" sz="2200" b="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07EBA83-B75E-3ABF-1F8A-3EA3A819C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1350" y="7970838"/>
            <a:ext cx="242888" cy="1152525"/>
          </a:xfrm>
          <a:prstGeom prst="rect">
            <a:avLst/>
          </a:prstGeom>
          <a:solidFill>
            <a:srgbClr val="E46C0A"/>
          </a:solidFill>
          <a:ln>
            <a:noFill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 sz="3413">
              <a:solidFill>
                <a:srgbClr val="FFFFFF"/>
              </a:solidFill>
              <a:latin typeface="HY울릉도M" charset="0"/>
              <a:ea typeface="HY울릉도M" charset="0"/>
              <a:cs typeface="HY울릉도M" charset="0"/>
              <a:sym typeface="Helvetica Neue" panose="02000503000000020004" pitchFamily="2" charset="0"/>
            </a:endParaRPr>
          </a:p>
        </p:txBody>
      </p:sp>
      <p:sp>
        <p:nvSpPr>
          <p:cNvPr id="23561" name="TextBox 6">
            <a:extLst>
              <a:ext uri="{FF2B5EF4-FFF2-40B4-BE49-F238E27FC236}">
                <a16:creationId xmlns:a16="http://schemas.microsoft.com/office/drawing/2014/main" id="{9E435C95-5147-DC04-3A6B-C12914FF0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8013" y="7878763"/>
            <a:ext cx="2706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ko-KR" altLang="en-US" sz="68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기 도</a:t>
            </a:r>
          </a:p>
        </p:txBody>
      </p:sp>
    </p:spTree>
    <p:extLst>
      <p:ext uri="{BB962C8B-B14F-4D97-AF65-F5344CB8AC3E}">
        <p14:creationId xmlns:p14="http://schemas.microsoft.com/office/powerpoint/2010/main" val="3332280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Burning-Candles-candles-10333041-1024-768.jpg">
            <a:extLst>
              <a:ext uri="{FF2B5EF4-FFF2-40B4-BE49-F238E27FC236}">
                <a16:creationId xmlns:a16="http://schemas.microsoft.com/office/drawing/2014/main" id="{C68E8A03-7903-5BFC-3A63-B1107DC6C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Rectangle 4">
            <a:extLst>
              <a:ext uri="{FF2B5EF4-FFF2-40B4-BE49-F238E27FC236}">
                <a16:creationId xmlns:a16="http://schemas.microsoft.com/office/drawing/2014/main" id="{83CA58C9-93B4-612F-FF0E-B56C9D626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450" y="5962650"/>
            <a:ext cx="11690350" cy="1952625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ko-KR" altLang="en-US" sz="3400">
              <a:solidFill>
                <a:srgbClr val="FFFFFF"/>
              </a:solidFill>
              <a:ea typeface="Gulim" panose="020B0600000101010101" pitchFamily="34" charset="-127"/>
            </a:endParaRPr>
          </a:p>
        </p:txBody>
      </p:sp>
      <p:sp>
        <p:nvSpPr>
          <p:cNvPr id="34820" name="TextBox 6">
            <a:extLst>
              <a:ext uri="{FF2B5EF4-FFF2-40B4-BE49-F238E27FC236}">
                <a16:creationId xmlns:a16="http://schemas.microsoft.com/office/drawing/2014/main" id="{73837665-1606-02E3-81B3-9C9C1DFF2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7563" y="6330950"/>
            <a:ext cx="55340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ko-KR" altLang="en-US" sz="6800">
                <a:latin typeface="Malgun Gothic" panose="020B0503020000020004" pitchFamily="34" charset="-127"/>
                <a:ea typeface="Malgun Gothic" panose="020B0503020000020004" pitchFamily="34" charset="-127"/>
              </a:rPr>
              <a:t>합심기도</a:t>
            </a:r>
          </a:p>
        </p:txBody>
      </p:sp>
      <p:sp>
        <p:nvSpPr>
          <p:cNvPr id="34821" name="Rectangle 8">
            <a:extLst>
              <a:ext uri="{FF2B5EF4-FFF2-40B4-BE49-F238E27FC236}">
                <a16:creationId xmlns:a16="http://schemas.microsoft.com/office/drawing/2014/main" id="{39FC9D55-60AE-AEAB-7388-88D9F0913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0563" y="6384925"/>
            <a:ext cx="165100" cy="1089025"/>
          </a:xfrm>
          <a:prstGeom prst="rect">
            <a:avLst/>
          </a:prstGeom>
          <a:solidFill>
            <a:srgbClr val="FFC801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ko-KR" altLang="en-US" sz="3400">
              <a:solidFill>
                <a:srgbClr val="FFFFFF"/>
              </a:solidFill>
              <a:ea typeface="Gulim" panose="020B0600000101010101" pitchFamily="34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itting in a church&#10;&#10;Description automatically generated with medium confidence">
            <a:extLst>
              <a:ext uri="{FF2B5EF4-FFF2-40B4-BE49-F238E27FC236}">
                <a16:creationId xmlns:a16="http://schemas.microsoft.com/office/drawing/2014/main" id="{918AB353-9204-E274-724A-D1C1D1079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66C269-85E8-49C1-B32F-D66B12B69C23}"/>
              </a:ext>
            </a:extLst>
          </p:cNvPr>
          <p:cNvSpPr txBox="1"/>
          <p:nvPr/>
        </p:nvSpPr>
        <p:spPr>
          <a:xfrm>
            <a:off x="1" y="342983"/>
            <a:ext cx="13004800" cy="151285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8533" spc="-142" dirty="0">
                <a:solidFill>
                  <a:schemeClr val="bg1">
                    <a:alpha val="80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성</a:t>
            </a:r>
            <a:r>
              <a:rPr lang="ko-KR" altLang="en-US" sz="6827" spc="-142" dirty="0">
                <a:solidFill>
                  <a:schemeClr val="bg1">
                    <a:alpha val="80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령으로 봉사하는 교회</a:t>
            </a:r>
            <a:endParaRPr lang="ko-KR" altLang="en-US" sz="6827" kern="100" spc="-427" dirty="0">
              <a:solidFill>
                <a:schemeClr val="bg1">
                  <a:alpha val="80000"/>
                </a:schemeClr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744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ed_Template" id="{F1CC6EC1-8737-F948-83FC-C895F70FF4BD}" vid="{3FA6F5E6-8F07-CE45-87EA-CB0CAB76F43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70258</TotalTime>
  <Words>664</Words>
  <Application>Microsoft Macintosh PowerPoint</Application>
  <PresentationFormat>Custom</PresentationFormat>
  <Paragraphs>134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7" baseType="lpstr">
      <vt:lpstr>12LotteMartDreamBold</vt:lpstr>
      <vt:lpstr>12LotteMartHappyBold</vt:lpstr>
      <vt:lpstr>Godo B</vt:lpstr>
      <vt:lpstr>Gulim</vt:lpstr>
      <vt:lpstr>HY울릉도M</vt:lpstr>
      <vt:lpstr>Malgun Gothic</vt:lpstr>
      <vt:lpstr>Malgun Gothic</vt:lpstr>
      <vt:lpstr>NanumGothic</vt:lpstr>
      <vt:lpstr>나눔명조</vt:lpstr>
      <vt:lpstr>이순신 돋움체 B</vt:lpstr>
      <vt:lpstr>Arial</vt:lpstr>
      <vt:lpstr>Calibri</vt:lpstr>
      <vt:lpstr>Calibri Light</vt:lpstr>
      <vt:lpstr>Helvetica Neue</vt:lpstr>
      <vt:lpstr>Helvetica Neue Medium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kimsh</dc:creator>
  <cp:lastModifiedBy>Spencer Hoyun Kim</cp:lastModifiedBy>
  <cp:revision>2354</cp:revision>
  <cp:lastPrinted>2021-04-20T17:11:25Z</cp:lastPrinted>
  <dcterms:modified xsi:type="dcterms:W3CDTF">2026-09-16T03:47:00Z</dcterms:modified>
</cp:coreProperties>
</file>