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74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0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BEC454-649C-39E6-9299-8D78CBBD0B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3345" y="870156"/>
            <a:ext cx="2465311" cy="38345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100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en-US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ABFACC7-558D-AF2F-2484-91E9C91E3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3345" y="1340110"/>
            <a:ext cx="2465311" cy="38345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800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수요예배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027F613-EC50-D694-681E-787095334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1065" y="2789969"/>
            <a:ext cx="11009871" cy="89234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6000" b="1">
                <a:solidFill>
                  <a:srgbClr val="FAE3C3"/>
                </a:solidFill>
                <a:latin typeface="Godo B" panose="02000503000000020004" pitchFamily="2" charset="-127"/>
                <a:ea typeface="Godo B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안전한 지대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9797A4B-68AE-C820-F820-DECFE01BE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1330" y="3889721"/>
            <a:ext cx="7389340" cy="38345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800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시편 </a:t>
            </a:r>
            <a:r>
              <a:rPr lang="en-US" altLang="ko-KR" dirty="0"/>
              <a:t>12</a:t>
            </a:r>
            <a:r>
              <a:rPr lang="ko-KR" altLang="en-US" dirty="0"/>
              <a:t>편 </a:t>
            </a:r>
            <a:r>
              <a:rPr lang="en-US" altLang="ko-KR" dirty="0"/>
              <a:t>1-8</a:t>
            </a:r>
            <a:r>
              <a:rPr lang="ko-KR" altLang="en-US" dirty="0"/>
              <a:t>절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6D9ADCF-36E5-FD30-C6CD-6758B8A4FF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21463" y="5178915"/>
            <a:ext cx="1260389" cy="38345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800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ko-KR" altLang="en-US" dirty="0" err="1"/>
              <a:t>고신석</a:t>
            </a:r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E51AF4C-FA7A-87EF-0421-7FDE821F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6437" y="5178915"/>
            <a:ext cx="1153145" cy="383457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2400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목사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0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670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E860FC-8FD1-BAF2-9F74-879165EF5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12LotteMartHappyBold" panose="02020603020101020101" pitchFamily="18" charset="-127"/>
                <a:ea typeface="12LotteMartHappyBold" panose="02020603020101020101" pitchFamily="18" charset="-127"/>
              </a:rPr>
              <a:t>{{DATE_KO}}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2AA0E-85D2-286C-271B-99BBB24D9B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12LotteMartHappyBold" panose="02020603020101020101" pitchFamily="18" charset="-127"/>
                <a:ea typeface="12LotteMartHappyBold" panose="02020603020101020101" pitchFamily="18" charset="-127"/>
              </a:rPr>
              <a:t>수요예배</a:t>
            </a:r>
            <a:endParaRPr lang="en-US" dirty="0">
              <a:latin typeface="12LotteMartHappyBold" panose="02020603020101020101" pitchFamily="18" charset="-127"/>
              <a:ea typeface="12LotteMartHappyBold" panose="02020603020101020101" pitchFamily="18" charset="-12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37FAF-681C-ED05-1618-212E02979C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{{SERMON_TITLE}}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CA2EF-5A44-826B-0E1E-FCB1CC1698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{{RANGE_KO}}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D69E34-E7A8-76D5-2F11-710549D6CE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{{PREACHER}}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E4FD54-3AD4-A269-15B6-FF7F9F9899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{{PREACHER_TITLE}}</a:t>
            </a:r>
          </a:p>
        </p:txBody>
      </p:sp>
    </p:spTree>
    <p:extLst>
      <p:ext uri="{BB962C8B-B14F-4D97-AF65-F5344CB8AC3E}">
        <p14:creationId xmlns:p14="http://schemas.microsoft.com/office/powerpoint/2010/main" val="40791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ed_Template" id="{F1CC6EC1-8737-F948-83FC-C895F70FF4BD}" vid="{3FA6F5E6-8F07-CE45-87EA-CB0CAB76F43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18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12LotteMartDreamBold</vt:lpstr>
      <vt:lpstr>12LotteMartHappyBold</vt:lpstr>
      <vt:lpstr>Godo B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Spencer Hoyun Kim</dc:creator>
  <cp:lastModifiedBy>Spencer Hoyun Kim</cp:lastModifiedBy>
  <cp:revision>2</cp:revision>
  <dcterms:created xsi:type="dcterms:W3CDTF">2026-08-22T18:26:24Z</dcterms:created>
  <dcterms:modified xsi:type="dcterms:W3CDTF">2026-09-14T20:39:20Z</dcterms:modified>
</cp:coreProperties>
</file>