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b="1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dirty="0"/>
              <a:t>플레이스홀더 제목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st Theme">
  <a:themeElements>
    <a:clrScheme name="Test">
      <a:dk1>
        <a:sysClr val="windowText" lastClr="000000"/>
      </a:dk1>
      <a:lt1>
        <a:sysClr val="window" lastClr="FFFFFF"/>
      </a:lt1>
      <a:dk2>
        <a:srgbClr val="1F1F1F"/>
      </a:dk2>
      <a:lt2>
        <a:srgbClr val="EEEEEE"/>
      </a:lt2>
      <a:accent1>
        <a:srgbClr val="4F46E5"/>
      </a:accent1>
      <a:accent2>
        <a:srgbClr val="2563EB"/>
      </a:accent2>
      <a:accent3>
        <a:srgbClr val="0891B2"/>
      </a:accent3>
      <a:accent4>
        <a:srgbClr val="059669"/>
      </a:accent4>
      <a:accent5>
        <a:srgbClr val="D97706"/>
      </a:accent5>
      <a:accent6>
        <a:srgbClr val="DC2626"/>
      </a:accent6>
      <a:hlink>
        <a:srgbClr val="0000FF"/>
      </a:hlink>
      <a:folHlink>
        <a:srgbClr val="FF00FF"/>
      </a:folHlink>
    </a:clrScheme>
    <a:fontScheme name="Test">
      <a:majorFont>
        <a:latin typeface="Pretendard"/>
      </a:majorFont>
      <a:minorFont>
        <a:latin typeface="Noto Sans KR"/>
      </a:minorFont>
    </a:fontScheme>
    <a:fmtScheme name="Test">
      <a:fillStyleLst>
        <a:solidFill>
          <a:schemeClr val="accent1"/>
        </a:solidFill>
        <a:solidFill>
          <a:schemeClr val="accent1"/>
        </a:solidFill>
        <a:solidFill>
          <a:schemeClr val="accent1"/>
        </a:solidFill>
      </a:fillStyleLst>
      <a:lnStyleLst>
        <a:ln>
          <a:solidFill>
            <a:schemeClr val="accent1"/>
          </a:solidFill>
        </a:ln>
        <a:ln>
          <a:solidFill>
            <a:schemeClr val="accent1"/>
          </a:solidFill>
        </a:ln>
        <a:ln>
          <a:solidFill>
            <a:schemeClr val="accent1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1"/>
        </a:solidFill>
        <a:solidFill>
          <a:schemeClr val="lt1"/>
        </a:solidFill>
      </a:bgFillStyleLst>
    </a:fmtScheme>
  </a:themeElements>
</a:theme>
</file>